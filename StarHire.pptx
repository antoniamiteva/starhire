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8288000" cy="10287000"/>
  <p:notesSz cx="6858000" cy="9144000"/>
  <p:embeddedFontLst>
    <p:embeddedFont>
      <p:font typeface="Adigiana Toybox Bold" panose="020B0604020202020204" charset="0"/>
      <p:regular r:id="rId19"/>
    </p:embeddedFont>
    <p:embeddedFont>
      <p:font typeface="Adlery Pro" panose="020B0604020202020204" charset="0"/>
      <p:regular r:id="rId20"/>
    </p:embeddedFont>
    <p:embeddedFont>
      <p:font typeface="Handyman" panose="020B0604020202020204" charset="0"/>
      <p:regular r:id="rId21"/>
    </p:embeddedFont>
    <p:embeddedFont>
      <p:font typeface="Intro" panose="02000000000000000000" charset="0"/>
      <p:regular r:id="rId22"/>
    </p:embeddedFont>
    <p:embeddedFont>
      <p:font typeface="Lazydog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08" y="21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6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2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6.png"/><Relationship Id="rId4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6.png"/><Relationship Id="rId4" Type="http://schemas.openxmlformats.org/officeDocument/2006/relationships/image" Target="../media/image3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6.png"/><Relationship Id="rId4" Type="http://schemas.openxmlformats.org/officeDocument/2006/relationships/image" Target="../media/image3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1.sv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1.sv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6.png"/><Relationship Id="rId4" Type="http://schemas.openxmlformats.org/officeDocument/2006/relationships/image" Target="../media/image3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6.png"/><Relationship Id="rId4" Type="http://schemas.openxmlformats.org/officeDocument/2006/relationships/image" Target="../media/image3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6.png"/><Relationship Id="rId4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H="1">
            <a:off x="914400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9144000" y="0"/>
                </a:moveTo>
                <a:lnTo>
                  <a:pt x="0" y="0"/>
                </a:lnTo>
                <a:lnTo>
                  <a:pt x="0" y="9506433"/>
                </a:lnTo>
                <a:lnTo>
                  <a:pt x="9144000" y="950643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388870" y="276763"/>
            <a:ext cx="1279660" cy="1503874"/>
          </a:xfrm>
          <a:custGeom>
            <a:avLst/>
            <a:gdLst/>
            <a:ahLst/>
            <a:cxnLst/>
            <a:rect l="l" t="t" r="r" b="b"/>
            <a:pathLst>
              <a:path w="1279660" h="1503874">
                <a:moveTo>
                  <a:pt x="0" y="0"/>
                </a:moveTo>
                <a:lnTo>
                  <a:pt x="1279660" y="0"/>
                </a:lnTo>
                <a:lnTo>
                  <a:pt x="1279660" y="1503874"/>
                </a:lnTo>
                <a:lnTo>
                  <a:pt x="0" y="15038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5503992" y="-1395493"/>
            <a:ext cx="2979787" cy="3176130"/>
          </a:xfrm>
          <a:custGeom>
            <a:avLst/>
            <a:gdLst/>
            <a:ahLst/>
            <a:cxnLst/>
            <a:rect l="l" t="t" r="r" b="b"/>
            <a:pathLst>
              <a:path w="2979787" h="3176130">
                <a:moveTo>
                  <a:pt x="0" y="0"/>
                </a:moveTo>
                <a:lnTo>
                  <a:pt x="2979787" y="0"/>
                </a:lnTo>
                <a:lnTo>
                  <a:pt x="2979787" y="3176130"/>
                </a:lnTo>
                <a:lnTo>
                  <a:pt x="0" y="3176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6993885" y="3607178"/>
            <a:ext cx="1982142" cy="1146039"/>
          </a:xfrm>
          <a:custGeom>
            <a:avLst/>
            <a:gdLst/>
            <a:ahLst/>
            <a:cxnLst/>
            <a:rect l="l" t="t" r="r" b="b"/>
            <a:pathLst>
              <a:path w="1982142" h="1146039">
                <a:moveTo>
                  <a:pt x="0" y="0"/>
                </a:moveTo>
                <a:lnTo>
                  <a:pt x="1982143" y="0"/>
                </a:lnTo>
                <a:lnTo>
                  <a:pt x="1982143" y="1146038"/>
                </a:lnTo>
                <a:lnTo>
                  <a:pt x="0" y="11460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2741849" y="5635821"/>
            <a:ext cx="12804302" cy="12804302"/>
          </a:xfrm>
          <a:custGeom>
            <a:avLst/>
            <a:gdLst/>
            <a:ahLst/>
            <a:cxnLst/>
            <a:rect l="l" t="t" r="r" b="b"/>
            <a:pathLst>
              <a:path w="12804302" h="12804302">
                <a:moveTo>
                  <a:pt x="0" y="0"/>
                </a:moveTo>
                <a:lnTo>
                  <a:pt x="12804302" y="0"/>
                </a:lnTo>
                <a:lnTo>
                  <a:pt x="12804302" y="12804302"/>
                </a:lnTo>
                <a:lnTo>
                  <a:pt x="0" y="12804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843558" y="3347017"/>
            <a:ext cx="2615776" cy="2288804"/>
          </a:xfrm>
          <a:custGeom>
            <a:avLst/>
            <a:gdLst/>
            <a:ahLst/>
            <a:cxnLst/>
            <a:rect l="l" t="t" r="r" b="b"/>
            <a:pathLst>
              <a:path w="2615776" h="2288804">
                <a:moveTo>
                  <a:pt x="0" y="0"/>
                </a:moveTo>
                <a:lnTo>
                  <a:pt x="2615775" y="0"/>
                </a:lnTo>
                <a:lnTo>
                  <a:pt x="2615775" y="2288804"/>
                </a:lnTo>
                <a:lnTo>
                  <a:pt x="0" y="2288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5570266" y="1936954"/>
            <a:ext cx="7912301" cy="291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FFFFFF"/>
                </a:solidFill>
                <a:latin typeface="Adlery Pro"/>
                <a:ea typeface="Adlery Pro"/>
                <a:cs typeface="Adlery Pro"/>
                <a:sym typeface="Adlery Pro"/>
              </a:rPr>
              <a:t>Star Hire</a:t>
            </a:r>
          </a:p>
          <a:p>
            <a:pPr algn="ctr">
              <a:lnSpc>
                <a:spcPts val="21000"/>
              </a:lnSpc>
            </a:pPr>
            <a:endParaRPr lang="en-US" sz="15000">
              <a:solidFill>
                <a:srgbClr val="FFFFFF"/>
              </a:solidFill>
              <a:latin typeface="Adlery Pro"/>
              <a:ea typeface="Adlery Pro"/>
              <a:cs typeface="Adlery Pro"/>
              <a:sym typeface="Adlery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831982" y="5935858"/>
            <a:ext cx="10624036" cy="493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7"/>
              </a:lnSpc>
            </a:pPr>
            <a:r>
              <a:rPr lang="en-US" sz="3697" spc="-73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Изготвено от отбор “Дилърки”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H="1">
            <a:off x="914400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9144000" y="0"/>
                </a:moveTo>
                <a:lnTo>
                  <a:pt x="0" y="0"/>
                </a:lnTo>
                <a:lnTo>
                  <a:pt x="0" y="9506433"/>
                </a:lnTo>
                <a:lnTo>
                  <a:pt x="9144000" y="950643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rot="-240013">
            <a:off x="-1794760" y="-271186"/>
            <a:ext cx="21877520" cy="10829372"/>
          </a:xfrm>
          <a:custGeom>
            <a:avLst/>
            <a:gdLst/>
            <a:ahLst/>
            <a:cxnLst/>
            <a:rect l="l" t="t" r="r" b="b"/>
            <a:pathLst>
              <a:path w="21877520" h="10829372">
                <a:moveTo>
                  <a:pt x="0" y="0"/>
                </a:moveTo>
                <a:lnTo>
                  <a:pt x="21877520" y="0"/>
                </a:lnTo>
                <a:lnTo>
                  <a:pt x="21877520" y="10829372"/>
                </a:lnTo>
                <a:lnTo>
                  <a:pt x="0" y="1082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3133407" y="1112848"/>
            <a:ext cx="12021187" cy="190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ОТБОР “ДИЛЪРКИ”</a:t>
            </a:r>
          </a:p>
        </p:txBody>
      </p:sp>
      <p:sp>
        <p:nvSpPr>
          <p:cNvPr id="6" name="Freeform 6"/>
          <p:cNvSpPr/>
          <p:nvPr/>
        </p:nvSpPr>
        <p:spPr>
          <a:xfrm>
            <a:off x="14210456" y="1441454"/>
            <a:ext cx="474490" cy="423746"/>
          </a:xfrm>
          <a:custGeom>
            <a:avLst/>
            <a:gdLst/>
            <a:ahLst/>
            <a:cxnLst/>
            <a:rect l="l" t="t" r="r" b="b"/>
            <a:pathLst>
              <a:path w="474490" h="423746">
                <a:moveTo>
                  <a:pt x="0" y="0"/>
                </a:moveTo>
                <a:lnTo>
                  <a:pt x="474491" y="0"/>
                </a:lnTo>
                <a:lnTo>
                  <a:pt x="474491" y="423746"/>
                </a:lnTo>
                <a:lnTo>
                  <a:pt x="0" y="423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-529564">
            <a:off x="8233464" y="9046427"/>
            <a:ext cx="474490" cy="423746"/>
          </a:xfrm>
          <a:custGeom>
            <a:avLst/>
            <a:gdLst/>
            <a:ahLst/>
            <a:cxnLst/>
            <a:rect l="l" t="t" r="r" b="b"/>
            <a:pathLst>
              <a:path w="474490" h="423746">
                <a:moveTo>
                  <a:pt x="0" y="0"/>
                </a:moveTo>
                <a:lnTo>
                  <a:pt x="474490" y="0"/>
                </a:lnTo>
                <a:lnTo>
                  <a:pt x="474490" y="423746"/>
                </a:lnTo>
                <a:lnTo>
                  <a:pt x="0" y="423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844515" flipH="1" flipV="1">
            <a:off x="4583763" y="7298321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4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844515" flipH="1" flipV="1">
            <a:off x="13216291" y="4887066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4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4" y="0"/>
                </a:lnTo>
                <a:lnTo>
                  <a:pt x="224504" y="826881"/>
                </a:lnTo>
                <a:close/>
              </a:path>
            </a:pathLst>
          </a:custGeom>
          <a:blipFill>
            <a:blip r:embed="rId4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 rot="844515" flipH="1" flipV="1">
            <a:off x="8358457" y="661605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4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rot="-4555484" flipH="1" flipV="1">
            <a:off x="12578535" y="8945818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4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4" y="0"/>
                </a:lnTo>
                <a:lnTo>
                  <a:pt x="224504" y="826881"/>
                </a:lnTo>
                <a:close/>
              </a:path>
            </a:pathLst>
          </a:custGeom>
          <a:blipFill>
            <a:blip r:embed="rId4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 flipH="1">
            <a:off x="2789136" y="1671445"/>
            <a:ext cx="692510" cy="618450"/>
          </a:xfrm>
          <a:custGeom>
            <a:avLst/>
            <a:gdLst/>
            <a:ahLst/>
            <a:cxnLst/>
            <a:rect l="l" t="t" r="r" b="b"/>
            <a:pathLst>
              <a:path w="692510" h="618450">
                <a:moveTo>
                  <a:pt x="692510" y="0"/>
                </a:moveTo>
                <a:lnTo>
                  <a:pt x="0" y="0"/>
                </a:lnTo>
                <a:lnTo>
                  <a:pt x="0" y="618450"/>
                </a:lnTo>
                <a:lnTo>
                  <a:pt x="692510" y="618450"/>
                </a:lnTo>
                <a:lnTo>
                  <a:pt x="692510" y="0"/>
                </a:lnTo>
                <a:close/>
              </a:path>
            </a:pathLst>
          </a:custGeom>
          <a:blipFill>
            <a:blip r:embed="rId4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2643597" y="3385075"/>
            <a:ext cx="3615598" cy="3615583"/>
            <a:chOff x="0" y="0"/>
            <a:chExt cx="6350000" cy="63499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t="-955" b="-95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7400005" y="3368566"/>
            <a:ext cx="3615598" cy="3615583"/>
            <a:chOff x="0" y="0"/>
            <a:chExt cx="6350000" cy="63499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t="-955" b="-95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2154877" y="3385075"/>
            <a:ext cx="3615598" cy="3615583"/>
            <a:chOff x="0" y="0"/>
            <a:chExt cx="6350000" cy="63499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t="-942" b="-94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" name="Freeform 19"/>
          <p:cNvSpPr/>
          <p:nvPr/>
        </p:nvSpPr>
        <p:spPr>
          <a:xfrm>
            <a:off x="12608392" y="3689889"/>
            <a:ext cx="2423798" cy="3009230"/>
          </a:xfrm>
          <a:custGeom>
            <a:avLst/>
            <a:gdLst/>
            <a:ahLst/>
            <a:cxnLst/>
            <a:rect l="l" t="t" r="r" b="b"/>
            <a:pathLst>
              <a:path w="2423798" h="3009230">
                <a:moveTo>
                  <a:pt x="0" y="0"/>
                </a:moveTo>
                <a:lnTo>
                  <a:pt x="2423798" y="0"/>
                </a:lnTo>
                <a:lnTo>
                  <a:pt x="2423798" y="3009229"/>
                </a:lnTo>
                <a:lnTo>
                  <a:pt x="0" y="3009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>
            <a:off x="7803971" y="3613394"/>
            <a:ext cx="2622035" cy="2991948"/>
          </a:xfrm>
          <a:custGeom>
            <a:avLst/>
            <a:gdLst/>
            <a:ahLst/>
            <a:cxnLst/>
            <a:rect l="l" t="t" r="r" b="b"/>
            <a:pathLst>
              <a:path w="2622035" h="2991948">
                <a:moveTo>
                  <a:pt x="0" y="0"/>
                </a:moveTo>
                <a:lnTo>
                  <a:pt x="2622034" y="0"/>
                </a:lnTo>
                <a:lnTo>
                  <a:pt x="2622034" y="2991949"/>
                </a:lnTo>
                <a:lnTo>
                  <a:pt x="0" y="2991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3193881" y="3759627"/>
            <a:ext cx="2405899" cy="2993765"/>
          </a:xfrm>
          <a:custGeom>
            <a:avLst/>
            <a:gdLst/>
            <a:ahLst/>
            <a:cxnLst/>
            <a:rect l="l" t="t" r="r" b="b"/>
            <a:pathLst>
              <a:path w="2405899" h="2993765">
                <a:moveTo>
                  <a:pt x="0" y="0"/>
                </a:moveTo>
                <a:lnTo>
                  <a:pt x="2405899" y="0"/>
                </a:lnTo>
                <a:lnTo>
                  <a:pt x="2405899" y="2993765"/>
                </a:lnTo>
                <a:lnTo>
                  <a:pt x="0" y="29937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 rot="1811331">
            <a:off x="16114650" y="7322976"/>
            <a:ext cx="1503718" cy="2697253"/>
          </a:xfrm>
          <a:custGeom>
            <a:avLst/>
            <a:gdLst/>
            <a:ahLst/>
            <a:cxnLst/>
            <a:rect l="l" t="t" r="r" b="b"/>
            <a:pathLst>
              <a:path w="1503718" h="2697253">
                <a:moveTo>
                  <a:pt x="0" y="0"/>
                </a:moveTo>
                <a:lnTo>
                  <a:pt x="1503719" y="0"/>
                </a:lnTo>
                <a:lnTo>
                  <a:pt x="1503719" y="2697253"/>
                </a:lnTo>
                <a:lnTo>
                  <a:pt x="0" y="2697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3" name="Freeform 23"/>
          <p:cNvSpPr/>
          <p:nvPr/>
        </p:nvSpPr>
        <p:spPr>
          <a:xfrm>
            <a:off x="-624099" y="8371826"/>
            <a:ext cx="2691469" cy="1974865"/>
          </a:xfrm>
          <a:custGeom>
            <a:avLst/>
            <a:gdLst/>
            <a:ahLst/>
            <a:cxnLst/>
            <a:rect l="l" t="t" r="r" b="b"/>
            <a:pathLst>
              <a:path w="2691469" h="1974865">
                <a:moveTo>
                  <a:pt x="0" y="0"/>
                </a:moveTo>
                <a:lnTo>
                  <a:pt x="2691468" y="0"/>
                </a:lnTo>
                <a:lnTo>
                  <a:pt x="2691468" y="1974865"/>
                </a:lnTo>
                <a:lnTo>
                  <a:pt x="0" y="19748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4" name="Freeform 24"/>
          <p:cNvSpPr/>
          <p:nvPr/>
        </p:nvSpPr>
        <p:spPr>
          <a:xfrm rot="-818752">
            <a:off x="569191" y="582135"/>
            <a:ext cx="1471665" cy="1674726"/>
          </a:xfrm>
          <a:custGeom>
            <a:avLst/>
            <a:gdLst/>
            <a:ahLst/>
            <a:cxnLst/>
            <a:rect l="l" t="t" r="r" b="b"/>
            <a:pathLst>
              <a:path w="1471665" h="1674726">
                <a:moveTo>
                  <a:pt x="0" y="0"/>
                </a:moveTo>
                <a:lnTo>
                  <a:pt x="1471665" y="0"/>
                </a:lnTo>
                <a:lnTo>
                  <a:pt x="1471665" y="1674726"/>
                </a:lnTo>
                <a:lnTo>
                  <a:pt x="0" y="16747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5" name="Freeform 25"/>
          <p:cNvSpPr/>
          <p:nvPr/>
        </p:nvSpPr>
        <p:spPr>
          <a:xfrm rot="-5988675" flipH="1" flipV="1">
            <a:off x="17350443" y="4052265"/>
            <a:ext cx="722220" cy="793036"/>
          </a:xfrm>
          <a:custGeom>
            <a:avLst/>
            <a:gdLst/>
            <a:ahLst/>
            <a:cxnLst/>
            <a:rect l="l" t="t" r="r" b="b"/>
            <a:pathLst>
              <a:path w="722220" h="793036">
                <a:moveTo>
                  <a:pt x="722220" y="793036"/>
                </a:moveTo>
                <a:lnTo>
                  <a:pt x="0" y="793036"/>
                </a:lnTo>
                <a:lnTo>
                  <a:pt x="0" y="0"/>
                </a:lnTo>
                <a:lnTo>
                  <a:pt x="722220" y="0"/>
                </a:lnTo>
                <a:lnTo>
                  <a:pt x="722220" y="793036"/>
                </a:lnTo>
                <a:close/>
              </a:path>
            </a:pathLst>
          </a:custGeom>
          <a:blipFill>
            <a:blip r:embed="rId4"/>
            <a:stretch>
              <a:fillRect l="-201985" t="-192267" r="-6478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6" name="Freeform 26"/>
          <p:cNvSpPr/>
          <p:nvPr/>
        </p:nvSpPr>
        <p:spPr>
          <a:xfrm rot="-846951">
            <a:off x="15265856" y="465931"/>
            <a:ext cx="2526167" cy="1225191"/>
          </a:xfrm>
          <a:custGeom>
            <a:avLst/>
            <a:gdLst/>
            <a:ahLst/>
            <a:cxnLst/>
            <a:rect l="l" t="t" r="r" b="b"/>
            <a:pathLst>
              <a:path w="2526167" h="1225191">
                <a:moveTo>
                  <a:pt x="0" y="0"/>
                </a:moveTo>
                <a:lnTo>
                  <a:pt x="2526167" y="0"/>
                </a:lnTo>
                <a:lnTo>
                  <a:pt x="2526167" y="1225192"/>
                </a:lnTo>
                <a:lnTo>
                  <a:pt x="0" y="122519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7" name="Freeform 27"/>
          <p:cNvSpPr/>
          <p:nvPr/>
        </p:nvSpPr>
        <p:spPr>
          <a:xfrm rot="2186615">
            <a:off x="4028123" y="3919349"/>
            <a:ext cx="1151697" cy="1151697"/>
          </a:xfrm>
          <a:custGeom>
            <a:avLst/>
            <a:gdLst/>
            <a:ahLst/>
            <a:cxnLst/>
            <a:rect l="l" t="t" r="r" b="b"/>
            <a:pathLst>
              <a:path w="1151697" h="1151697">
                <a:moveTo>
                  <a:pt x="0" y="0"/>
                </a:moveTo>
                <a:lnTo>
                  <a:pt x="1151697" y="0"/>
                </a:lnTo>
                <a:lnTo>
                  <a:pt x="1151697" y="1151697"/>
                </a:lnTo>
                <a:lnTo>
                  <a:pt x="0" y="115169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49491" t="-24816" r="-205847" b="-7506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8" name="Freeform 28"/>
          <p:cNvSpPr/>
          <p:nvPr/>
        </p:nvSpPr>
        <p:spPr>
          <a:xfrm rot="1239042">
            <a:off x="8846540" y="3779795"/>
            <a:ext cx="1153889" cy="1153889"/>
          </a:xfrm>
          <a:custGeom>
            <a:avLst/>
            <a:gdLst/>
            <a:ahLst/>
            <a:cxnLst/>
            <a:rect l="l" t="t" r="r" b="b"/>
            <a:pathLst>
              <a:path w="1153889" h="1153889">
                <a:moveTo>
                  <a:pt x="0" y="0"/>
                </a:moveTo>
                <a:lnTo>
                  <a:pt x="1153889" y="0"/>
                </a:lnTo>
                <a:lnTo>
                  <a:pt x="1153889" y="1153890"/>
                </a:lnTo>
                <a:lnTo>
                  <a:pt x="0" y="11538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75122" t="-24653" r="-112753" b="-9352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9" name="Freeform 29"/>
          <p:cNvSpPr/>
          <p:nvPr/>
        </p:nvSpPr>
        <p:spPr>
          <a:xfrm rot="-1398327">
            <a:off x="12994951" y="2647028"/>
            <a:ext cx="2002637" cy="4450304"/>
          </a:xfrm>
          <a:custGeom>
            <a:avLst/>
            <a:gdLst/>
            <a:ahLst/>
            <a:cxnLst/>
            <a:rect l="l" t="t" r="r" b="b"/>
            <a:pathLst>
              <a:path w="2002637" h="4450304">
                <a:moveTo>
                  <a:pt x="0" y="0"/>
                </a:moveTo>
                <a:lnTo>
                  <a:pt x="2002636" y="0"/>
                </a:lnTo>
                <a:lnTo>
                  <a:pt x="2002636" y="4450303"/>
                </a:lnTo>
                <a:lnTo>
                  <a:pt x="0" y="445030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0" name="TextBox 30"/>
          <p:cNvSpPr txBox="1"/>
          <p:nvPr/>
        </p:nvSpPr>
        <p:spPr>
          <a:xfrm>
            <a:off x="2319231" y="7277777"/>
            <a:ext cx="4264330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КАРИНА ПОПТРАЙКОВА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85425" y="7184893"/>
            <a:ext cx="4264330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КРИСТИНА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ИВАНОВа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54579" y="7184893"/>
            <a:ext cx="4264330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АНТОНИЯ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МИТЕВА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3857" y="390284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2"/>
                </a:lnTo>
                <a:lnTo>
                  <a:pt x="0" y="9506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H="1">
            <a:off x="9938810" y="158962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9144000" y="0"/>
                </a:moveTo>
                <a:lnTo>
                  <a:pt x="0" y="0"/>
                </a:lnTo>
                <a:lnTo>
                  <a:pt x="0" y="9506433"/>
                </a:lnTo>
                <a:lnTo>
                  <a:pt x="9144000" y="950643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1905804" y="3906617"/>
            <a:ext cx="5724538" cy="5724538"/>
          </a:xfrm>
          <a:custGeom>
            <a:avLst/>
            <a:gdLst/>
            <a:ahLst/>
            <a:cxnLst/>
            <a:rect l="l" t="t" r="r" b="b"/>
            <a:pathLst>
              <a:path w="5724538" h="5724538">
                <a:moveTo>
                  <a:pt x="0" y="0"/>
                </a:moveTo>
                <a:lnTo>
                  <a:pt x="5724538" y="0"/>
                </a:lnTo>
                <a:lnTo>
                  <a:pt x="5724538" y="5724539"/>
                </a:lnTo>
                <a:lnTo>
                  <a:pt x="0" y="57245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456730" y="-774083"/>
            <a:ext cx="4010803" cy="2202295"/>
          </a:xfrm>
          <a:custGeom>
            <a:avLst/>
            <a:gdLst/>
            <a:ahLst/>
            <a:cxnLst/>
            <a:rect l="l" t="t" r="r" b="b"/>
            <a:pathLst>
              <a:path w="4010803" h="2202295">
                <a:moveTo>
                  <a:pt x="0" y="0"/>
                </a:moveTo>
                <a:lnTo>
                  <a:pt x="4010803" y="0"/>
                </a:lnTo>
                <a:lnTo>
                  <a:pt x="4010803" y="2202295"/>
                </a:lnTo>
                <a:lnTo>
                  <a:pt x="0" y="22022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613857" y="1615440"/>
            <a:ext cx="10292308" cy="4344459"/>
            <a:chOff x="0" y="0"/>
            <a:chExt cx="13723077" cy="579261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3723077" cy="5792612"/>
              <a:chOff x="0" y="0"/>
              <a:chExt cx="3445435" cy="14543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445435" cy="1454343"/>
              </a:xfrm>
              <a:custGeom>
                <a:avLst/>
                <a:gdLst/>
                <a:ahLst/>
                <a:cxnLst/>
                <a:rect l="l" t="t" r="r" b="b"/>
                <a:pathLst>
                  <a:path w="3445435" h="1454343">
                    <a:moveTo>
                      <a:pt x="18053" y="0"/>
                    </a:moveTo>
                    <a:lnTo>
                      <a:pt x="3427382" y="0"/>
                    </a:lnTo>
                    <a:cubicBezTo>
                      <a:pt x="3432170" y="0"/>
                      <a:pt x="3436762" y="1902"/>
                      <a:pt x="3440147" y="5288"/>
                    </a:cubicBezTo>
                    <a:cubicBezTo>
                      <a:pt x="3443533" y="8673"/>
                      <a:pt x="3445435" y="13265"/>
                      <a:pt x="3445435" y="18053"/>
                    </a:cubicBezTo>
                    <a:lnTo>
                      <a:pt x="3445435" y="1436291"/>
                    </a:lnTo>
                    <a:cubicBezTo>
                      <a:pt x="3445435" y="1441078"/>
                      <a:pt x="3443533" y="1445670"/>
                      <a:pt x="3440147" y="1449056"/>
                    </a:cubicBezTo>
                    <a:cubicBezTo>
                      <a:pt x="3436762" y="1452441"/>
                      <a:pt x="3432170" y="1454343"/>
                      <a:pt x="3427382" y="1454343"/>
                    </a:cubicBezTo>
                    <a:lnTo>
                      <a:pt x="18053" y="1454343"/>
                    </a:lnTo>
                    <a:cubicBezTo>
                      <a:pt x="13265" y="1454343"/>
                      <a:pt x="8673" y="1452441"/>
                      <a:pt x="5288" y="1449056"/>
                    </a:cubicBezTo>
                    <a:cubicBezTo>
                      <a:pt x="1902" y="1445670"/>
                      <a:pt x="0" y="1441078"/>
                      <a:pt x="0" y="1436291"/>
                    </a:cubicBezTo>
                    <a:lnTo>
                      <a:pt x="0" y="18053"/>
                    </a:lnTo>
                    <a:cubicBezTo>
                      <a:pt x="0" y="13265"/>
                      <a:pt x="1902" y="8673"/>
                      <a:pt x="5288" y="5288"/>
                    </a:cubicBezTo>
                    <a:cubicBezTo>
                      <a:pt x="8673" y="1902"/>
                      <a:pt x="13265" y="0"/>
                      <a:pt x="18053" y="0"/>
                    </a:cubicBezTo>
                    <a:close/>
                  </a:path>
                </a:pathLst>
              </a:custGeom>
              <a:solidFill>
                <a:srgbClr val="CA81C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85725"/>
                <a:ext cx="3445435" cy="13686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176111"/>
              <a:ext cx="13723077" cy="5376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344"/>
                </a:lnSpc>
                <a:spcBef>
                  <a:spcPct val="0"/>
                </a:spcBef>
              </a:pPr>
              <a:r>
                <a:rPr lang="en-US" sz="4699" spc="281">
                  <a:solidFill>
                    <a:srgbClr val="FFFFFF"/>
                  </a:solidFill>
                  <a:latin typeface="Handyman"/>
                  <a:ea typeface="Handyman"/>
                  <a:cs typeface="Handyman"/>
                  <a:sym typeface="Handyman"/>
                </a:rPr>
                <a:t>„StarHire“ е уеб базирана платформа за междугалактическа борса за работа с ясно дефинирани роли на потребителите (извънземни, работодатели, администратори).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13857" y="6367901"/>
            <a:ext cx="10292308" cy="3461137"/>
            <a:chOff x="0" y="0"/>
            <a:chExt cx="13723077" cy="461485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3723077" cy="4614850"/>
              <a:chOff x="0" y="0"/>
              <a:chExt cx="3445435" cy="115864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445435" cy="1158644"/>
              </a:xfrm>
              <a:custGeom>
                <a:avLst/>
                <a:gdLst/>
                <a:ahLst/>
                <a:cxnLst/>
                <a:rect l="l" t="t" r="r" b="b"/>
                <a:pathLst>
                  <a:path w="3445435" h="1158644">
                    <a:moveTo>
                      <a:pt x="18053" y="0"/>
                    </a:moveTo>
                    <a:lnTo>
                      <a:pt x="3427382" y="0"/>
                    </a:lnTo>
                    <a:cubicBezTo>
                      <a:pt x="3432170" y="0"/>
                      <a:pt x="3436762" y="1902"/>
                      <a:pt x="3440147" y="5288"/>
                    </a:cubicBezTo>
                    <a:cubicBezTo>
                      <a:pt x="3443533" y="8673"/>
                      <a:pt x="3445435" y="13265"/>
                      <a:pt x="3445435" y="18053"/>
                    </a:cubicBezTo>
                    <a:lnTo>
                      <a:pt x="3445435" y="1140591"/>
                    </a:lnTo>
                    <a:cubicBezTo>
                      <a:pt x="3445435" y="1145379"/>
                      <a:pt x="3443533" y="1149971"/>
                      <a:pt x="3440147" y="1153357"/>
                    </a:cubicBezTo>
                    <a:cubicBezTo>
                      <a:pt x="3436762" y="1156742"/>
                      <a:pt x="3432170" y="1158644"/>
                      <a:pt x="3427382" y="1158644"/>
                    </a:cubicBezTo>
                    <a:lnTo>
                      <a:pt x="18053" y="1158644"/>
                    </a:lnTo>
                    <a:cubicBezTo>
                      <a:pt x="13265" y="1158644"/>
                      <a:pt x="8673" y="1156742"/>
                      <a:pt x="5288" y="1153357"/>
                    </a:cubicBezTo>
                    <a:cubicBezTo>
                      <a:pt x="1902" y="1149971"/>
                      <a:pt x="0" y="1145379"/>
                      <a:pt x="0" y="1140591"/>
                    </a:cubicBezTo>
                    <a:lnTo>
                      <a:pt x="0" y="18053"/>
                    </a:lnTo>
                    <a:cubicBezTo>
                      <a:pt x="0" y="13265"/>
                      <a:pt x="1902" y="8673"/>
                      <a:pt x="5288" y="5288"/>
                    </a:cubicBezTo>
                    <a:cubicBezTo>
                      <a:pt x="8673" y="1902"/>
                      <a:pt x="13265" y="0"/>
                      <a:pt x="18053" y="0"/>
                    </a:cubicBezTo>
                    <a:close/>
                  </a:path>
                </a:pathLst>
              </a:custGeom>
              <a:solidFill>
                <a:srgbClr val="CA81C7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85725"/>
                <a:ext cx="3445435" cy="10729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18404"/>
              <a:ext cx="13723077" cy="430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345"/>
                </a:lnSpc>
                <a:spcBef>
                  <a:spcPct val="0"/>
                </a:spcBef>
              </a:pPr>
              <a:r>
                <a:rPr lang="en-US" sz="4700" spc="282">
                  <a:solidFill>
                    <a:srgbClr val="FFFFFF"/>
                  </a:solidFill>
                  <a:latin typeface="Handyman"/>
                  <a:ea typeface="Handyman"/>
                  <a:cs typeface="Handyman"/>
                  <a:sym typeface="Handyman"/>
                </a:rPr>
                <a:t>Проектът използва трислойна архитектура и съвременни .NET технологии за сигурно и функционално приложение.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37000" y="174664"/>
            <a:ext cx="12214000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74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Същност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293213" y="1962458"/>
            <a:ext cx="2949720" cy="2949720"/>
          </a:xfrm>
          <a:custGeom>
            <a:avLst/>
            <a:gdLst/>
            <a:ahLst/>
            <a:cxnLst/>
            <a:rect l="l" t="t" r="r" b="b"/>
            <a:pathLst>
              <a:path w="2949720" h="2949720">
                <a:moveTo>
                  <a:pt x="0" y="0"/>
                </a:moveTo>
                <a:lnTo>
                  <a:pt x="2949720" y="0"/>
                </a:lnTo>
                <a:lnTo>
                  <a:pt x="2949720" y="2949720"/>
                </a:lnTo>
                <a:lnTo>
                  <a:pt x="0" y="2949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6167" y="221512"/>
            <a:ext cx="9457358" cy="9832211"/>
          </a:xfrm>
          <a:custGeom>
            <a:avLst/>
            <a:gdLst/>
            <a:ahLst/>
            <a:cxnLst/>
            <a:rect l="l" t="t" r="r" b="b"/>
            <a:pathLst>
              <a:path w="9457358" h="9832211">
                <a:moveTo>
                  <a:pt x="0" y="0"/>
                </a:moveTo>
                <a:lnTo>
                  <a:pt x="9457358" y="0"/>
                </a:lnTo>
                <a:lnTo>
                  <a:pt x="9457358" y="9832211"/>
                </a:lnTo>
                <a:lnTo>
                  <a:pt x="0" y="9832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H="1">
            <a:off x="8965972" y="-147174"/>
            <a:ext cx="10036371" cy="10434174"/>
          </a:xfrm>
          <a:custGeom>
            <a:avLst/>
            <a:gdLst/>
            <a:ahLst/>
            <a:cxnLst/>
            <a:rect l="l" t="t" r="r" b="b"/>
            <a:pathLst>
              <a:path w="10036371" h="10434174">
                <a:moveTo>
                  <a:pt x="10036371" y="0"/>
                </a:moveTo>
                <a:lnTo>
                  <a:pt x="0" y="0"/>
                </a:lnTo>
                <a:lnTo>
                  <a:pt x="0" y="10434174"/>
                </a:lnTo>
                <a:lnTo>
                  <a:pt x="10036371" y="10434174"/>
                </a:lnTo>
                <a:lnTo>
                  <a:pt x="1003637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4166622" y="651299"/>
            <a:ext cx="474490" cy="423746"/>
          </a:xfrm>
          <a:custGeom>
            <a:avLst/>
            <a:gdLst/>
            <a:ahLst/>
            <a:cxnLst/>
            <a:rect l="l" t="t" r="r" b="b"/>
            <a:pathLst>
              <a:path w="474490" h="423746">
                <a:moveTo>
                  <a:pt x="0" y="0"/>
                </a:moveTo>
                <a:lnTo>
                  <a:pt x="474491" y="0"/>
                </a:lnTo>
                <a:lnTo>
                  <a:pt x="474491" y="423747"/>
                </a:lnTo>
                <a:lnTo>
                  <a:pt x="0" y="423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-529564">
            <a:off x="8233464" y="9046427"/>
            <a:ext cx="474490" cy="423746"/>
          </a:xfrm>
          <a:custGeom>
            <a:avLst/>
            <a:gdLst/>
            <a:ahLst/>
            <a:cxnLst/>
            <a:rect l="l" t="t" r="r" b="b"/>
            <a:pathLst>
              <a:path w="474490" h="423746">
                <a:moveTo>
                  <a:pt x="0" y="0"/>
                </a:moveTo>
                <a:lnTo>
                  <a:pt x="474490" y="0"/>
                </a:lnTo>
                <a:lnTo>
                  <a:pt x="474490" y="423746"/>
                </a:lnTo>
                <a:lnTo>
                  <a:pt x="0" y="423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844515" flipH="1" flipV="1">
            <a:off x="4583763" y="7298321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3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844515" flipH="1" flipV="1">
            <a:off x="13216291" y="4887066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4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4" y="0"/>
                </a:lnTo>
                <a:lnTo>
                  <a:pt x="224504" y="826881"/>
                </a:lnTo>
                <a:close/>
              </a:path>
            </a:pathLst>
          </a:custGeom>
          <a:blipFill>
            <a:blip r:embed="rId3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844515" flipH="1" flipV="1">
            <a:off x="8358457" y="661605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3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-4555484" flipH="1" flipV="1">
            <a:off x="12578535" y="8945818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4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4" y="0"/>
                </a:lnTo>
                <a:lnTo>
                  <a:pt x="224504" y="826881"/>
                </a:lnTo>
                <a:close/>
              </a:path>
            </a:pathLst>
          </a:custGeom>
          <a:blipFill>
            <a:blip r:embed="rId3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 rot="-5988675" flipH="1" flipV="1">
            <a:off x="17350443" y="4052265"/>
            <a:ext cx="722220" cy="793036"/>
          </a:xfrm>
          <a:custGeom>
            <a:avLst/>
            <a:gdLst/>
            <a:ahLst/>
            <a:cxnLst/>
            <a:rect l="l" t="t" r="r" b="b"/>
            <a:pathLst>
              <a:path w="722220" h="793036">
                <a:moveTo>
                  <a:pt x="722220" y="793036"/>
                </a:moveTo>
                <a:lnTo>
                  <a:pt x="0" y="793036"/>
                </a:lnTo>
                <a:lnTo>
                  <a:pt x="0" y="0"/>
                </a:lnTo>
                <a:lnTo>
                  <a:pt x="722220" y="0"/>
                </a:lnTo>
                <a:lnTo>
                  <a:pt x="722220" y="793036"/>
                </a:lnTo>
                <a:close/>
              </a:path>
            </a:pathLst>
          </a:custGeom>
          <a:blipFill>
            <a:blip r:embed="rId3"/>
            <a:stretch>
              <a:fillRect l="-201985" t="-192267" r="-6478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5381961" y="2462192"/>
            <a:ext cx="7209621" cy="5138493"/>
          </a:xfrm>
          <a:custGeom>
            <a:avLst/>
            <a:gdLst/>
            <a:ahLst/>
            <a:cxnLst/>
            <a:rect l="l" t="t" r="r" b="b"/>
            <a:pathLst>
              <a:path w="7209621" h="5138493">
                <a:moveTo>
                  <a:pt x="0" y="0"/>
                </a:moveTo>
                <a:lnTo>
                  <a:pt x="7209621" y="0"/>
                </a:lnTo>
                <a:lnTo>
                  <a:pt x="7209621" y="5138494"/>
                </a:lnTo>
                <a:lnTo>
                  <a:pt x="0" y="5138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5376175" y="3827801"/>
            <a:ext cx="7535650" cy="2718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02"/>
              </a:lnSpc>
            </a:pPr>
            <a:r>
              <a:rPr lang="en-US" sz="9300">
                <a:solidFill>
                  <a:srgbClr val="F1F9FD"/>
                </a:solidFill>
                <a:latin typeface="Lazydog"/>
                <a:ea typeface="Lazydog"/>
                <a:cs typeface="Lazydog"/>
                <a:sym typeface="Lazydog"/>
              </a:rPr>
              <a:t>ЦЕЛИ НА ПРОЕКТА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311053" y="840205"/>
            <a:ext cx="5901366" cy="265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99"/>
              </a:lnSpc>
            </a:pPr>
            <a:r>
              <a:rPr lang="en-US" sz="4999">
                <a:solidFill>
                  <a:srgbClr val="FFFFFE"/>
                </a:solidFill>
                <a:latin typeface="Handyman"/>
                <a:ea typeface="Handyman"/>
                <a:cs typeface="Handyman"/>
                <a:sym typeface="Handyman"/>
              </a:rPr>
              <a:t>Симулация на модерна система за подбор на кадри във фантастична среда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067452" y="808128"/>
            <a:ext cx="2908078" cy="2908078"/>
            <a:chOff x="0" y="0"/>
            <a:chExt cx="3877438" cy="38774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77438" cy="3877438"/>
            </a:xfrm>
            <a:custGeom>
              <a:avLst/>
              <a:gdLst/>
              <a:ahLst/>
              <a:cxnLst/>
              <a:rect l="l" t="t" r="r" b="b"/>
              <a:pathLst>
                <a:path w="3877438" h="3877438">
                  <a:moveTo>
                    <a:pt x="0" y="0"/>
                  </a:moveTo>
                  <a:lnTo>
                    <a:pt x="3877438" y="0"/>
                  </a:lnTo>
                  <a:lnTo>
                    <a:pt x="3877438" y="3877438"/>
                  </a:lnTo>
                  <a:lnTo>
                    <a:pt x="0" y="3877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02209" y="903504"/>
              <a:ext cx="2073020" cy="2070429"/>
            </a:xfrm>
            <a:custGeom>
              <a:avLst/>
              <a:gdLst/>
              <a:ahLst/>
              <a:cxnLst/>
              <a:rect l="l" t="t" r="r" b="b"/>
              <a:pathLst>
                <a:path w="2073020" h="2070429">
                  <a:moveTo>
                    <a:pt x="0" y="0"/>
                  </a:moveTo>
                  <a:lnTo>
                    <a:pt x="2073020" y="0"/>
                  </a:lnTo>
                  <a:lnTo>
                    <a:pt x="2073020" y="2070429"/>
                  </a:lnTo>
                  <a:lnTo>
                    <a:pt x="0" y="207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19616" y="6813251"/>
            <a:ext cx="2908078" cy="2908078"/>
            <a:chOff x="0" y="0"/>
            <a:chExt cx="3877438" cy="38774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77438" cy="3877438"/>
            </a:xfrm>
            <a:custGeom>
              <a:avLst/>
              <a:gdLst/>
              <a:ahLst/>
              <a:cxnLst/>
              <a:rect l="l" t="t" r="r" b="b"/>
              <a:pathLst>
                <a:path w="3877438" h="3877438">
                  <a:moveTo>
                    <a:pt x="0" y="0"/>
                  </a:moveTo>
                  <a:lnTo>
                    <a:pt x="3877438" y="0"/>
                  </a:lnTo>
                  <a:lnTo>
                    <a:pt x="3877438" y="3877438"/>
                  </a:lnTo>
                  <a:lnTo>
                    <a:pt x="0" y="3877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835431" y="832665"/>
              <a:ext cx="2206577" cy="2212107"/>
            </a:xfrm>
            <a:custGeom>
              <a:avLst/>
              <a:gdLst/>
              <a:ahLst/>
              <a:cxnLst/>
              <a:rect l="l" t="t" r="r" b="b"/>
              <a:pathLst>
                <a:path w="2206577" h="2212107">
                  <a:moveTo>
                    <a:pt x="0" y="0"/>
                  </a:moveTo>
                  <a:lnTo>
                    <a:pt x="2206576" y="0"/>
                  </a:lnTo>
                  <a:lnTo>
                    <a:pt x="2206576" y="2212107"/>
                  </a:lnTo>
                  <a:lnTo>
                    <a:pt x="0" y="2212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68090" y="6889451"/>
            <a:ext cx="2908078" cy="2908078"/>
            <a:chOff x="0" y="0"/>
            <a:chExt cx="3877438" cy="387743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77438" cy="3877438"/>
            </a:xfrm>
            <a:custGeom>
              <a:avLst/>
              <a:gdLst/>
              <a:ahLst/>
              <a:cxnLst/>
              <a:rect l="l" t="t" r="r" b="b"/>
              <a:pathLst>
                <a:path w="3877438" h="3877438">
                  <a:moveTo>
                    <a:pt x="0" y="0"/>
                  </a:moveTo>
                  <a:lnTo>
                    <a:pt x="3877438" y="0"/>
                  </a:lnTo>
                  <a:lnTo>
                    <a:pt x="3877438" y="3877438"/>
                  </a:lnTo>
                  <a:lnTo>
                    <a:pt x="0" y="3877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835431" y="832665"/>
              <a:ext cx="2206577" cy="2212107"/>
            </a:xfrm>
            <a:custGeom>
              <a:avLst/>
              <a:gdLst/>
              <a:ahLst/>
              <a:cxnLst/>
              <a:rect l="l" t="t" r="r" b="b"/>
              <a:pathLst>
                <a:path w="2206577" h="2212107">
                  <a:moveTo>
                    <a:pt x="0" y="0"/>
                  </a:moveTo>
                  <a:lnTo>
                    <a:pt x="2206576" y="0"/>
                  </a:lnTo>
                  <a:lnTo>
                    <a:pt x="2206576" y="2212107"/>
                  </a:lnTo>
                  <a:lnTo>
                    <a:pt x="0" y="2212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629894" y="810617"/>
            <a:ext cx="2908078" cy="2908078"/>
            <a:chOff x="0" y="0"/>
            <a:chExt cx="3877438" cy="38774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77438" cy="3877438"/>
            </a:xfrm>
            <a:custGeom>
              <a:avLst/>
              <a:gdLst/>
              <a:ahLst/>
              <a:cxnLst/>
              <a:rect l="l" t="t" r="r" b="b"/>
              <a:pathLst>
                <a:path w="3877438" h="3877438">
                  <a:moveTo>
                    <a:pt x="0" y="0"/>
                  </a:moveTo>
                  <a:lnTo>
                    <a:pt x="3877438" y="0"/>
                  </a:lnTo>
                  <a:lnTo>
                    <a:pt x="3877438" y="3877438"/>
                  </a:lnTo>
                  <a:lnTo>
                    <a:pt x="0" y="3877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1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896589" y="893977"/>
              <a:ext cx="2084260" cy="2089484"/>
            </a:xfrm>
            <a:custGeom>
              <a:avLst/>
              <a:gdLst/>
              <a:ahLst/>
              <a:cxnLst/>
              <a:rect l="l" t="t" r="r" b="b"/>
              <a:pathLst>
                <a:path w="2084260" h="2089484">
                  <a:moveTo>
                    <a:pt x="0" y="0"/>
                  </a:moveTo>
                  <a:lnTo>
                    <a:pt x="2084260" y="0"/>
                  </a:lnTo>
                  <a:lnTo>
                    <a:pt x="2084260" y="2089484"/>
                  </a:lnTo>
                  <a:lnTo>
                    <a:pt x="0" y="2089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6" name="Freeform 26"/>
          <p:cNvSpPr/>
          <p:nvPr/>
        </p:nvSpPr>
        <p:spPr>
          <a:xfrm>
            <a:off x="7807155" y="1311656"/>
            <a:ext cx="2421684" cy="950511"/>
          </a:xfrm>
          <a:custGeom>
            <a:avLst/>
            <a:gdLst/>
            <a:ahLst/>
            <a:cxnLst/>
            <a:rect l="l" t="t" r="r" b="b"/>
            <a:pathLst>
              <a:path w="2421684" h="950511">
                <a:moveTo>
                  <a:pt x="0" y="0"/>
                </a:moveTo>
                <a:lnTo>
                  <a:pt x="2421684" y="0"/>
                </a:lnTo>
                <a:lnTo>
                  <a:pt x="2421684" y="950511"/>
                </a:lnTo>
                <a:lnTo>
                  <a:pt x="0" y="9505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7" name="Freeform 27"/>
          <p:cNvSpPr/>
          <p:nvPr/>
        </p:nvSpPr>
        <p:spPr>
          <a:xfrm rot="-2327884">
            <a:off x="11599882" y="3911565"/>
            <a:ext cx="1983399" cy="560310"/>
          </a:xfrm>
          <a:custGeom>
            <a:avLst/>
            <a:gdLst/>
            <a:ahLst/>
            <a:cxnLst/>
            <a:rect l="l" t="t" r="r" b="b"/>
            <a:pathLst>
              <a:path w="1983399" h="560310">
                <a:moveTo>
                  <a:pt x="0" y="0"/>
                </a:moveTo>
                <a:lnTo>
                  <a:pt x="1983400" y="0"/>
                </a:lnTo>
                <a:lnTo>
                  <a:pt x="1983400" y="560311"/>
                </a:lnTo>
                <a:lnTo>
                  <a:pt x="0" y="56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8" name="TextBox 28"/>
          <p:cNvSpPr txBox="1"/>
          <p:nvPr/>
        </p:nvSpPr>
        <p:spPr>
          <a:xfrm>
            <a:off x="13166965" y="6171589"/>
            <a:ext cx="4996840" cy="391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FFFFFE"/>
                </a:solidFill>
                <a:latin typeface="Handyman"/>
                <a:ea typeface="Handyman"/>
                <a:cs typeface="Handyman"/>
                <a:sym typeface="Handyman"/>
              </a:rPr>
              <a:t>Изграждане на структурирано уеб приложение, което комбинира бизнес логика и база данни.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537972" y="632249"/>
            <a:ext cx="4625833" cy="328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FFFFFE"/>
                </a:solidFill>
                <a:latin typeface="Handyman"/>
                <a:ea typeface="Handyman"/>
                <a:cs typeface="Handyman"/>
                <a:sym typeface="Handyman"/>
              </a:rPr>
              <a:t>Осигуряване на различни функционалности за всеки тип потребител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1210" y="7003640"/>
            <a:ext cx="5449103" cy="266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00"/>
              </a:lnSpc>
            </a:pPr>
            <a:r>
              <a:rPr lang="en-US" sz="5000">
                <a:solidFill>
                  <a:srgbClr val="FFFFFE"/>
                </a:solidFill>
                <a:latin typeface="Handyman"/>
                <a:ea typeface="Handyman"/>
                <a:cs typeface="Handyman"/>
                <a:sym typeface="Handyman"/>
              </a:rPr>
              <a:t>Демонстрация за управлението на обяви за работа и кандидатури</a:t>
            </a:r>
          </a:p>
        </p:txBody>
      </p:sp>
      <p:sp>
        <p:nvSpPr>
          <p:cNvPr id="31" name="Freeform 31"/>
          <p:cNvSpPr/>
          <p:nvPr/>
        </p:nvSpPr>
        <p:spPr>
          <a:xfrm rot="-9316569" flipH="1" flipV="1">
            <a:off x="11092234" y="6706933"/>
            <a:ext cx="1983399" cy="560310"/>
          </a:xfrm>
          <a:custGeom>
            <a:avLst/>
            <a:gdLst/>
            <a:ahLst/>
            <a:cxnLst/>
            <a:rect l="l" t="t" r="r" b="b"/>
            <a:pathLst>
              <a:path w="1983399" h="560310">
                <a:moveTo>
                  <a:pt x="1983399" y="560311"/>
                </a:moveTo>
                <a:lnTo>
                  <a:pt x="0" y="560311"/>
                </a:lnTo>
                <a:lnTo>
                  <a:pt x="0" y="0"/>
                </a:lnTo>
                <a:lnTo>
                  <a:pt x="1983399" y="0"/>
                </a:lnTo>
                <a:lnTo>
                  <a:pt x="1983399" y="5603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2" name="Freeform 32"/>
          <p:cNvSpPr/>
          <p:nvPr/>
        </p:nvSpPr>
        <p:spPr>
          <a:xfrm rot="-8747153" flipV="1">
            <a:off x="4390261" y="4000466"/>
            <a:ext cx="1983399" cy="560310"/>
          </a:xfrm>
          <a:custGeom>
            <a:avLst/>
            <a:gdLst/>
            <a:ahLst/>
            <a:cxnLst/>
            <a:rect l="l" t="t" r="r" b="b"/>
            <a:pathLst>
              <a:path w="1983399" h="560310">
                <a:moveTo>
                  <a:pt x="0" y="560310"/>
                </a:moveTo>
                <a:lnTo>
                  <a:pt x="1983400" y="560310"/>
                </a:lnTo>
                <a:lnTo>
                  <a:pt x="1983400" y="0"/>
                </a:lnTo>
                <a:lnTo>
                  <a:pt x="0" y="0"/>
                </a:lnTo>
                <a:lnTo>
                  <a:pt x="0" y="56031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3" name="Freeform 33"/>
          <p:cNvSpPr/>
          <p:nvPr/>
        </p:nvSpPr>
        <p:spPr>
          <a:xfrm rot="-2095773" flipH="1" flipV="1">
            <a:off x="4598613" y="6121361"/>
            <a:ext cx="1983399" cy="560310"/>
          </a:xfrm>
          <a:custGeom>
            <a:avLst/>
            <a:gdLst/>
            <a:ahLst/>
            <a:cxnLst/>
            <a:rect l="l" t="t" r="r" b="b"/>
            <a:pathLst>
              <a:path w="1983399" h="560310">
                <a:moveTo>
                  <a:pt x="1983400" y="560311"/>
                </a:moveTo>
                <a:lnTo>
                  <a:pt x="0" y="560311"/>
                </a:lnTo>
                <a:lnTo>
                  <a:pt x="0" y="0"/>
                </a:lnTo>
                <a:lnTo>
                  <a:pt x="1983400" y="0"/>
                </a:lnTo>
                <a:lnTo>
                  <a:pt x="1983400" y="5603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H="1">
            <a:off x="914400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9144000" y="0"/>
                </a:moveTo>
                <a:lnTo>
                  <a:pt x="0" y="0"/>
                </a:lnTo>
                <a:lnTo>
                  <a:pt x="0" y="9506433"/>
                </a:lnTo>
                <a:lnTo>
                  <a:pt x="9144000" y="950643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flipV="1">
            <a:off x="17031086" y="-1215642"/>
            <a:ext cx="5521384" cy="4678118"/>
          </a:xfrm>
          <a:custGeom>
            <a:avLst/>
            <a:gdLst/>
            <a:ahLst/>
            <a:cxnLst/>
            <a:rect l="l" t="t" r="r" b="b"/>
            <a:pathLst>
              <a:path w="5521384" h="4678118">
                <a:moveTo>
                  <a:pt x="0" y="4678118"/>
                </a:moveTo>
                <a:lnTo>
                  <a:pt x="5521384" y="4678118"/>
                </a:lnTo>
                <a:lnTo>
                  <a:pt x="5521384" y="0"/>
                </a:lnTo>
                <a:lnTo>
                  <a:pt x="0" y="0"/>
                </a:lnTo>
                <a:lnTo>
                  <a:pt x="0" y="4678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529449" y="176267"/>
            <a:ext cx="3452454" cy="1996146"/>
          </a:xfrm>
          <a:custGeom>
            <a:avLst/>
            <a:gdLst/>
            <a:ahLst/>
            <a:cxnLst/>
            <a:rect l="l" t="t" r="r" b="b"/>
            <a:pathLst>
              <a:path w="3452454" h="1996146">
                <a:moveTo>
                  <a:pt x="0" y="0"/>
                </a:moveTo>
                <a:lnTo>
                  <a:pt x="3452455" y="0"/>
                </a:lnTo>
                <a:lnTo>
                  <a:pt x="3452455" y="1996146"/>
                </a:lnTo>
                <a:lnTo>
                  <a:pt x="0" y="1996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5318986" y="8385716"/>
            <a:ext cx="2269131" cy="1745168"/>
          </a:xfrm>
          <a:custGeom>
            <a:avLst/>
            <a:gdLst/>
            <a:ahLst/>
            <a:cxnLst/>
            <a:rect l="l" t="t" r="r" b="b"/>
            <a:pathLst>
              <a:path w="2269131" h="1745168">
                <a:moveTo>
                  <a:pt x="0" y="0"/>
                </a:moveTo>
                <a:lnTo>
                  <a:pt x="2269130" y="0"/>
                </a:lnTo>
                <a:lnTo>
                  <a:pt x="2269130" y="1745168"/>
                </a:lnTo>
                <a:lnTo>
                  <a:pt x="0" y="17451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7766572" y="3357931"/>
            <a:ext cx="2864116" cy="8617014"/>
            <a:chOff x="0" y="0"/>
            <a:chExt cx="3818821" cy="11489352"/>
          </a:xfrm>
        </p:grpSpPr>
        <p:sp>
          <p:nvSpPr>
            <p:cNvPr id="8" name="AutoShape 8"/>
            <p:cNvSpPr/>
            <p:nvPr/>
          </p:nvSpPr>
          <p:spPr>
            <a:xfrm>
              <a:off x="0" y="2729933"/>
              <a:ext cx="3673260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AutoShape 9"/>
            <p:cNvSpPr/>
            <p:nvPr/>
          </p:nvSpPr>
          <p:spPr>
            <a:xfrm>
              <a:off x="0" y="5468165"/>
              <a:ext cx="3673260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3527698" y="2584371"/>
              <a:ext cx="291123" cy="291123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47086" tIns="47086" rIns="47086" bIns="47086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3527698" y="5322603"/>
              <a:ext cx="291123" cy="291123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47086" tIns="47086" rIns="47086" bIns="47086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1836630" y="145561"/>
              <a:ext cx="0" cy="11343790"/>
            </a:xfrm>
            <a:prstGeom prst="line">
              <a:avLst/>
            </a:prstGeom>
            <a:ln w="38100" cap="flat">
              <a:solidFill>
                <a:srgbClr val="F1F9F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0" y="126511"/>
              <a:ext cx="3673260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3527698" y="0"/>
              <a:ext cx="291123" cy="291123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47086" tIns="47086" rIns="47086" bIns="47086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2584371"/>
              <a:ext cx="291123" cy="291123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47086" tIns="47086" rIns="47086" bIns="47086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5322603"/>
              <a:ext cx="291123" cy="291123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47086" tIns="47086" rIns="47086" bIns="47086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0"/>
              <a:ext cx="291123" cy="291123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47086" tIns="47086" rIns="47086" bIns="47086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54630" y="246828"/>
            <a:ext cx="18288000" cy="1676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149"/>
              </a:lnSpc>
              <a:spcBef>
                <a:spcPct val="0"/>
              </a:spcBef>
            </a:pPr>
            <a:r>
              <a:rPr lang="en-US" sz="8999" u="none" strike="noStrike" spc="539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Предизвикателства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7717" y="2943225"/>
            <a:ext cx="6770612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075"/>
              </a:lnSpc>
              <a:spcBef>
                <a:spcPct val="0"/>
              </a:spcBef>
            </a:pPr>
            <a:r>
              <a:rPr lang="en-US" sz="4500" spc="27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Управлен</a:t>
            </a:r>
            <a:r>
              <a:rPr lang="en-US" sz="4500" u="none" strike="noStrike" spc="27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ие на релационната база данни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7717" y="4981575"/>
            <a:ext cx="6770612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075"/>
              </a:lnSpc>
              <a:spcBef>
                <a:spcPct val="0"/>
              </a:spcBef>
            </a:pPr>
            <a:r>
              <a:rPr lang="en-US" sz="4500" spc="27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Функц</a:t>
            </a:r>
            <a:r>
              <a:rPr lang="en-US" sz="4500" u="none" strike="noStrike" spc="27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ионалности за кандидатстване и обяви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4630" y="7005302"/>
            <a:ext cx="7133699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075"/>
              </a:lnSpc>
              <a:spcBef>
                <a:spcPct val="0"/>
              </a:spcBef>
            </a:pPr>
            <a:r>
              <a:rPr lang="en-US" sz="4500" spc="27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Тестване на бизнес логиката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53329" y="3057118"/>
            <a:ext cx="7334671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75"/>
              </a:lnSpc>
              <a:spcBef>
                <a:spcPct val="0"/>
              </a:spcBef>
            </a:pPr>
            <a:r>
              <a:rPr lang="en-US" sz="4500" spc="27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Търсене и филтрир</a:t>
            </a:r>
            <a:r>
              <a:rPr lang="en-US" sz="4500" u="none" strike="noStrike" spc="27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ане на позиции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010085" y="7005302"/>
            <a:ext cx="7277915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75"/>
              </a:lnSpc>
              <a:spcBef>
                <a:spcPct val="0"/>
              </a:spcBef>
            </a:pPr>
            <a:r>
              <a:rPr lang="en-US" sz="4500" spc="27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Управление на базата данни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23006" y="7801534"/>
            <a:ext cx="12964747" cy="12964747"/>
          </a:xfrm>
          <a:custGeom>
            <a:avLst/>
            <a:gdLst/>
            <a:ahLst/>
            <a:cxnLst/>
            <a:rect l="l" t="t" r="r" b="b"/>
            <a:pathLst>
              <a:path w="12964747" h="12964747">
                <a:moveTo>
                  <a:pt x="0" y="0"/>
                </a:moveTo>
                <a:lnTo>
                  <a:pt x="12964747" y="0"/>
                </a:lnTo>
                <a:lnTo>
                  <a:pt x="12964747" y="12964747"/>
                </a:lnTo>
                <a:lnTo>
                  <a:pt x="0" y="12964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7" name="TextBox 37"/>
          <p:cNvSpPr txBox="1"/>
          <p:nvPr/>
        </p:nvSpPr>
        <p:spPr>
          <a:xfrm>
            <a:off x="11010085" y="5019675"/>
            <a:ext cx="6021001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075"/>
              </a:lnSpc>
              <a:spcBef>
                <a:spcPct val="0"/>
              </a:spcBef>
            </a:pPr>
            <a:r>
              <a:rPr lang="en-US" sz="4500" spc="27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Упр</a:t>
            </a:r>
            <a:r>
              <a:rPr lang="en-US" sz="4500" u="none" strike="noStrike" spc="270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авление на умения (Skills)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94846" y="-6276806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5823328" y="-172751"/>
            <a:ext cx="3388512" cy="3388512"/>
          </a:xfrm>
          <a:custGeom>
            <a:avLst/>
            <a:gdLst/>
            <a:ahLst/>
            <a:cxnLst/>
            <a:rect l="l" t="t" r="r" b="b"/>
            <a:pathLst>
              <a:path w="3388512" h="3388512">
                <a:moveTo>
                  <a:pt x="0" y="0"/>
                </a:moveTo>
                <a:lnTo>
                  <a:pt x="3388512" y="0"/>
                </a:lnTo>
                <a:lnTo>
                  <a:pt x="3388512" y="3388512"/>
                </a:lnTo>
                <a:lnTo>
                  <a:pt x="0" y="338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2294731" y="-3092725"/>
            <a:ext cx="13698538" cy="7003378"/>
          </a:xfrm>
          <a:custGeom>
            <a:avLst/>
            <a:gdLst/>
            <a:ahLst/>
            <a:cxnLst/>
            <a:rect l="l" t="t" r="r" b="b"/>
            <a:pathLst>
              <a:path w="13698538" h="7003378">
                <a:moveTo>
                  <a:pt x="0" y="0"/>
                </a:moveTo>
                <a:lnTo>
                  <a:pt x="13698538" y="0"/>
                </a:lnTo>
                <a:lnTo>
                  <a:pt x="13698538" y="7003378"/>
                </a:lnTo>
                <a:lnTo>
                  <a:pt x="0" y="700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4210456" y="1441454"/>
            <a:ext cx="474490" cy="423746"/>
          </a:xfrm>
          <a:custGeom>
            <a:avLst/>
            <a:gdLst/>
            <a:ahLst/>
            <a:cxnLst/>
            <a:rect l="l" t="t" r="r" b="b"/>
            <a:pathLst>
              <a:path w="474490" h="423746">
                <a:moveTo>
                  <a:pt x="0" y="0"/>
                </a:moveTo>
                <a:lnTo>
                  <a:pt x="474491" y="0"/>
                </a:lnTo>
                <a:lnTo>
                  <a:pt x="474491" y="423746"/>
                </a:lnTo>
                <a:lnTo>
                  <a:pt x="0" y="4237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844515" flipH="1" flipV="1">
            <a:off x="13043650" y="6151459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844515" flipH="1" flipV="1">
            <a:off x="8358457" y="661605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flipH="1">
            <a:off x="2789136" y="1671445"/>
            <a:ext cx="692510" cy="618450"/>
          </a:xfrm>
          <a:custGeom>
            <a:avLst/>
            <a:gdLst/>
            <a:ahLst/>
            <a:cxnLst/>
            <a:rect l="l" t="t" r="r" b="b"/>
            <a:pathLst>
              <a:path w="692510" h="618450">
                <a:moveTo>
                  <a:pt x="692510" y="0"/>
                </a:moveTo>
                <a:lnTo>
                  <a:pt x="0" y="0"/>
                </a:lnTo>
                <a:lnTo>
                  <a:pt x="0" y="618450"/>
                </a:lnTo>
                <a:lnTo>
                  <a:pt x="692510" y="618450"/>
                </a:lnTo>
                <a:lnTo>
                  <a:pt x="69251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-5988675" flipH="1" flipV="1">
            <a:off x="17350443" y="4052265"/>
            <a:ext cx="722220" cy="793036"/>
          </a:xfrm>
          <a:custGeom>
            <a:avLst/>
            <a:gdLst/>
            <a:ahLst/>
            <a:cxnLst/>
            <a:rect l="l" t="t" r="r" b="b"/>
            <a:pathLst>
              <a:path w="722220" h="793036">
                <a:moveTo>
                  <a:pt x="722220" y="793036"/>
                </a:moveTo>
                <a:lnTo>
                  <a:pt x="0" y="793036"/>
                </a:lnTo>
                <a:lnTo>
                  <a:pt x="0" y="0"/>
                </a:lnTo>
                <a:lnTo>
                  <a:pt x="722220" y="0"/>
                </a:lnTo>
                <a:lnTo>
                  <a:pt x="722220" y="793036"/>
                </a:lnTo>
                <a:close/>
              </a:path>
            </a:pathLst>
          </a:custGeom>
          <a:blipFill>
            <a:blip r:embed="rId5"/>
            <a:stretch>
              <a:fillRect l="-201985" t="-192267" r="-6478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-2300142" y="2013364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8" y="0"/>
                </a:lnTo>
                <a:lnTo>
                  <a:pt x="3880498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6223557" y="8116537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7" y="0"/>
                </a:lnTo>
                <a:lnTo>
                  <a:pt x="3880497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300365" y="812756"/>
            <a:ext cx="1456670" cy="1052444"/>
          </a:xfrm>
          <a:custGeom>
            <a:avLst/>
            <a:gdLst/>
            <a:ahLst/>
            <a:cxnLst/>
            <a:rect l="l" t="t" r="r" b="b"/>
            <a:pathLst>
              <a:path w="1456670" h="1052444">
                <a:moveTo>
                  <a:pt x="0" y="0"/>
                </a:moveTo>
                <a:lnTo>
                  <a:pt x="1456670" y="0"/>
                </a:lnTo>
                <a:lnTo>
                  <a:pt x="1456670" y="1052444"/>
                </a:lnTo>
                <a:lnTo>
                  <a:pt x="0" y="1052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562928" y="5377248"/>
            <a:ext cx="4746906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Добавя умения и управлява потребители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47261" y="5258285"/>
            <a:ext cx="4595458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Най-високи права в системата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39836" y="5280737"/>
            <a:ext cx="4178738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управление на регистрирани потребители</a:t>
            </a:r>
          </a:p>
        </p:txBody>
      </p:sp>
      <p:sp>
        <p:nvSpPr>
          <p:cNvPr id="16" name="Freeform 16"/>
          <p:cNvSpPr/>
          <p:nvPr/>
        </p:nvSpPr>
        <p:spPr>
          <a:xfrm>
            <a:off x="0" y="4665173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1"/>
                </a:lnTo>
                <a:lnTo>
                  <a:pt x="0" y="2970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Freeform 17"/>
          <p:cNvSpPr/>
          <p:nvPr/>
        </p:nvSpPr>
        <p:spPr>
          <a:xfrm>
            <a:off x="12170409" y="4681679"/>
            <a:ext cx="6117591" cy="3127618"/>
          </a:xfrm>
          <a:custGeom>
            <a:avLst/>
            <a:gdLst/>
            <a:ahLst/>
            <a:cxnLst/>
            <a:rect l="l" t="t" r="r" b="b"/>
            <a:pathLst>
              <a:path w="6117591" h="3127618">
                <a:moveTo>
                  <a:pt x="0" y="0"/>
                </a:moveTo>
                <a:lnTo>
                  <a:pt x="6117591" y="0"/>
                </a:lnTo>
                <a:lnTo>
                  <a:pt x="6117591" y="3127619"/>
                </a:lnTo>
                <a:lnTo>
                  <a:pt x="0" y="3127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Freeform 18"/>
          <p:cNvSpPr/>
          <p:nvPr/>
        </p:nvSpPr>
        <p:spPr>
          <a:xfrm>
            <a:off x="6085205" y="4743916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2"/>
                </a:lnTo>
                <a:lnTo>
                  <a:pt x="0" y="2970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TextBox 19"/>
          <p:cNvSpPr txBox="1"/>
          <p:nvPr/>
        </p:nvSpPr>
        <p:spPr>
          <a:xfrm>
            <a:off x="0" y="69850"/>
            <a:ext cx="18288000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Admin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33407" y="1675871"/>
            <a:ext cx="12021187" cy="53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роля: администратор</a:t>
            </a: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5303702" y="-6290671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9144000" y="0"/>
                </a:moveTo>
                <a:lnTo>
                  <a:pt x="0" y="0"/>
                </a:lnTo>
                <a:lnTo>
                  <a:pt x="0" y="9506432"/>
                </a:lnTo>
                <a:lnTo>
                  <a:pt x="9144000" y="9506432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3739247" y="8977893"/>
            <a:ext cx="1913537" cy="1913537"/>
          </a:xfrm>
          <a:custGeom>
            <a:avLst/>
            <a:gdLst/>
            <a:ahLst/>
            <a:cxnLst/>
            <a:rect l="l" t="t" r="r" b="b"/>
            <a:pathLst>
              <a:path w="1913537" h="1913537">
                <a:moveTo>
                  <a:pt x="0" y="0"/>
                </a:moveTo>
                <a:lnTo>
                  <a:pt x="1913537" y="0"/>
                </a:lnTo>
                <a:lnTo>
                  <a:pt x="1913537" y="1913536"/>
                </a:lnTo>
                <a:lnTo>
                  <a:pt x="0" y="1913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2294731" y="-3092725"/>
            <a:ext cx="13698538" cy="7003378"/>
          </a:xfrm>
          <a:custGeom>
            <a:avLst/>
            <a:gdLst/>
            <a:ahLst/>
            <a:cxnLst/>
            <a:rect l="l" t="t" r="r" b="b"/>
            <a:pathLst>
              <a:path w="13698538" h="7003378">
                <a:moveTo>
                  <a:pt x="0" y="0"/>
                </a:moveTo>
                <a:lnTo>
                  <a:pt x="13698538" y="0"/>
                </a:lnTo>
                <a:lnTo>
                  <a:pt x="13698538" y="7003378"/>
                </a:lnTo>
                <a:lnTo>
                  <a:pt x="0" y="700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4210456" y="1441454"/>
            <a:ext cx="474490" cy="423746"/>
          </a:xfrm>
          <a:custGeom>
            <a:avLst/>
            <a:gdLst/>
            <a:ahLst/>
            <a:cxnLst/>
            <a:rect l="l" t="t" r="r" b="b"/>
            <a:pathLst>
              <a:path w="474490" h="423746">
                <a:moveTo>
                  <a:pt x="0" y="0"/>
                </a:moveTo>
                <a:lnTo>
                  <a:pt x="474491" y="0"/>
                </a:lnTo>
                <a:lnTo>
                  <a:pt x="474491" y="423746"/>
                </a:lnTo>
                <a:lnTo>
                  <a:pt x="0" y="4237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844515" flipH="1" flipV="1">
            <a:off x="4583763" y="7032120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844515" flipH="1" flipV="1">
            <a:off x="13242661" y="4554190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4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4" y="0"/>
                </a:lnTo>
                <a:lnTo>
                  <a:pt x="224504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rot="844515" flipH="1" flipV="1">
            <a:off x="8358457" y="661605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-4555484" flipH="1" flipV="1">
            <a:off x="12578535" y="8945818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4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4" y="0"/>
                </a:lnTo>
                <a:lnTo>
                  <a:pt x="224504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 flipH="1">
            <a:off x="2789136" y="1671445"/>
            <a:ext cx="692510" cy="618450"/>
          </a:xfrm>
          <a:custGeom>
            <a:avLst/>
            <a:gdLst/>
            <a:ahLst/>
            <a:cxnLst/>
            <a:rect l="l" t="t" r="r" b="b"/>
            <a:pathLst>
              <a:path w="692510" h="618450">
                <a:moveTo>
                  <a:pt x="692510" y="0"/>
                </a:moveTo>
                <a:lnTo>
                  <a:pt x="0" y="0"/>
                </a:lnTo>
                <a:lnTo>
                  <a:pt x="0" y="618450"/>
                </a:lnTo>
                <a:lnTo>
                  <a:pt x="692510" y="618450"/>
                </a:lnTo>
                <a:lnTo>
                  <a:pt x="69251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-1015976" y="-727830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8" y="0"/>
                </a:lnTo>
                <a:lnTo>
                  <a:pt x="3880498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16324469" y="2858209"/>
            <a:ext cx="1456670" cy="1052444"/>
          </a:xfrm>
          <a:custGeom>
            <a:avLst/>
            <a:gdLst/>
            <a:ahLst/>
            <a:cxnLst/>
            <a:rect l="l" t="t" r="r" b="b"/>
            <a:pathLst>
              <a:path w="1456670" h="1052444">
                <a:moveTo>
                  <a:pt x="0" y="0"/>
                </a:moveTo>
                <a:lnTo>
                  <a:pt x="1456670" y="0"/>
                </a:lnTo>
                <a:lnTo>
                  <a:pt x="1456670" y="1052444"/>
                </a:lnTo>
                <a:lnTo>
                  <a:pt x="0" y="1052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0" y="69850"/>
            <a:ext cx="18288000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Employer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33407" y="1675871"/>
            <a:ext cx="12021187" cy="53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роля: Работодател</a:t>
            </a:r>
          </a:p>
        </p:txBody>
      </p:sp>
      <p:sp>
        <p:nvSpPr>
          <p:cNvPr id="15" name="Freeform 15"/>
          <p:cNvSpPr/>
          <p:nvPr/>
        </p:nvSpPr>
        <p:spPr>
          <a:xfrm rot="844515" flipH="1" flipV="1">
            <a:off x="13043650" y="6151459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/>
          <p:cNvSpPr txBox="1"/>
          <p:nvPr/>
        </p:nvSpPr>
        <p:spPr>
          <a:xfrm>
            <a:off x="491069" y="4747695"/>
            <a:ext cx="4746906" cy="253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u="none" strike="noStrike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Публикуват, редактират и изтриват обяви за работа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45474" y="4701472"/>
            <a:ext cx="4595458" cy="253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 u="none" strike="noStrike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Управляват информация за работните позиции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88800" y="4825053"/>
            <a:ext cx="5931586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търсене и филтриране, за намиране на подходящи кандидати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634321" y="8091425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8" y="0"/>
                </a:lnTo>
                <a:lnTo>
                  <a:pt x="3880498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20"/>
          <p:cNvSpPr/>
          <p:nvPr/>
        </p:nvSpPr>
        <p:spPr>
          <a:xfrm>
            <a:off x="12280214" y="4277055"/>
            <a:ext cx="6007786" cy="3071481"/>
          </a:xfrm>
          <a:custGeom>
            <a:avLst/>
            <a:gdLst/>
            <a:ahLst/>
            <a:cxnLst/>
            <a:rect l="l" t="t" r="r" b="b"/>
            <a:pathLst>
              <a:path w="6007786" h="3071481">
                <a:moveTo>
                  <a:pt x="0" y="0"/>
                </a:moveTo>
                <a:lnTo>
                  <a:pt x="6007786" y="0"/>
                </a:lnTo>
                <a:lnTo>
                  <a:pt x="6007786" y="3071481"/>
                </a:lnTo>
                <a:lnTo>
                  <a:pt x="0" y="3071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6111501" y="4238955"/>
            <a:ext cx="6007786" cy="3071481"/>
          </a:xfrm>
          <a:custGeom>
            <a:avLst/>
            <a:gdLst/>
            <a:ahLst/>
            <a:cxnLst/>
            <a:rect l="l" t="t" r="r" b="b"/>
            <a:pathLst>
              <a:path w="6007786" h="3071481">
                <a:moveTo>
                  <a:pt x="0" y="0"/>
                </a:moveTo>
                <a:lnTo>
                  <a:pt x="6007786" y="0"/>
                </a:lnTo>
                <a:lnTo>
                  <a:pt x="6007786" y="3071481"/>
                </a:lnTo>
                <a:lnTo>
                  <a:pt x="0" y="3071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>
            <a:off x="-20111" y="4238955"/>
            <a:ext cx="6007786" cy="3071481"/>
          </a:xfrm>
          <a:custGeom>
            <a:avLst/>
            <a:gdLst/>
            <a:ahLst/>
            <a:cxnLst/>
            <a:rect l="l" t="t" r="r" b="b"/>
            <a:pathLst>
              <a:path w="6007786" h="3071481">
                <a:moveTo>
                  <a:pt x="0" y="0"/>
                </a:moveTo>
                <a:lnTo>
                  <a:pt x="6007787" y="0"/>
                </a:lnTo>
                <a:lnTo>
                  <a:pt x="6007787" y="3071481"/>
                </a:lnTo>
                <a:lnTo>
                  <a:pt x="0" y="3071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94846" y="-6276806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5823328" y="-172751"/>
            <a:ext cx="3388512" cy="3388512"/>
          </a:xfrm>
          <a:custGeom>
            <a:avLst/>
            <a:gdLst/>
            <a:ahLst/>
            <a:cxnLst/>
            <a:rect l="l" t="t" r="r" b="b"/>
            <a:pathLst>
              <a:path w="3388512" h="3388512">
                <a:moveTo>
                  <a:pt x="0" y="0"/>
                </a:moveTo>
                <a:lnTo>
                  <a:pt x="3388512" y="0"/>
                </a:lnTo>
                <a:lnTo>
                  <a:pt x="3388512" y="3388512"/>
                </a:lnTo>
                <a:lnTo>
                  <a:pt x="0" y="338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2294731" y="-3092725"/>
            <a:ext cx="13698538" cy="7003378"/>
          </a:xfrm>
          <a:custGeom>
            <a:avLst/>
            <a:gdLst/>
            <a:ahLst/>
            <a:cxnLst/>
            <a:rect l="l" t="t" r="r" b="b"/>
            <a:pathLst>
              <a:path w="13698538" h="7003378">
                <a:moveTo>
                  <a:pt x="0" y="0"/>
                </a:moveTo>
                <a:lnTo>
                  <a:pt x="13698538" y="0"/>
                </a:lnTo>
                <a:lnTo>
                  <a:pt x="13698538" y="7003378"/>
                </a:lnTo>
                <a:lnTo>
                  <a:pt x="0" y="700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4210456" y="1441454"/>
            <a:ext cx="474490" cy="423746"/>
          </a:xfrm>
          <a:custGeom>
            <a:avLst/>
            <a:gdLst/>
            <a:ahLst/>
            <a:cxnLst/>
            <a:rect l="l" t="t" r="r" b="b"/>
            <a:pathLst>
              <a:path w="474490" h="423746">
                <a:moveTo>
                  <a:pt x="0" y="0"/>
                </a:moveTo>
                <a:lnTo>
                  <a:pt x="474491" y="0"/>
                </a:lnTo>
                <a:lnTo>
                  <a:pt x="474491" y="423746"/>
                </a:lnTo>
                <a:lnTo>
                  <a:pt x="0" y="4237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844515" flipH="1" flipV="1">
            <a:off x="13043650" y="6151459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844515" flipH="1" flipV="1">
            <a:off x="8358457" y="661605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flipH="1">
            <a:off x="2789136" y="1671445"/>
            <a:ext cx="692510" cy="618450"/>
          </a:xfrm>
          <a:custGeom>
            <a:avLst/>
            <a:gdLst/>
            <a:ahLst/>
            <a:cxnLst/>
            <a:rect l="l" t="t" r="r" b="b"/>
            <a:pathLst>
              <a:path w="692510" h="618450">
                <a:moveTo>
                  <a:pt x="692510" y="0"/>
                </a:moveTo>
                <a:lnTo>
                  <a:pt x="0" y="0"/>
                </a:lnTo>
                <a:lnTo>
                  <a:pt x="0" y="618450"/>
                </a:lnTo>
                <a:lnTo>
                  <a:pt x="692510" y="618450"/>
                </a:lnTo>
                <a:lnTo>
                  <a:pt x="69251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-5988675" flipH="1" flipV="1">
            <a:off x="17350443" y="4052265"/>
            <a:ext cx="722220" cy="793036"/>
          </a:xfrm>
          <a:custGeom>
            <a:avLst/>
            <a:gdLst/>
            <a:ahLst/>
            <a:cxnLst/>
            <a:rect l="l" t="t" r="r" b="b"/>
            <a:pathLst>
              <a:path w="722220" h="793036">
                <a:moveTo>
                  <a:pt x="722220" y="793036"/>
                </a:moveTo>
                <a:lnTo>
                  <a:pt x="0" y="793036"/>
                </a:lnTo>
                <a:lnTo>
                  <a:pt x="0" y="0"/>
                </a:lnTo>
                <a:lnTo>
                  <a:pt x="722220" y="0"/>
                </a:lnTo>
                <a:lnTo>
                  <a:pt x="722220" y="793036"/>
                </a:lnTo>
                <a:close/>
              </a:path>
            </a:pathLst>
          </a:custGeom>
          <a:blipFill>
            <a:blip r:embed="rId5"/>
            <a:stretch>
              <a:fillRect l="-201985" t="-192267" r="-6478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-2300142" y="2013364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8" y="0"/>
                </a:lnTo>
                <a:lnTo>
                  <a:pt x="3880498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6223557" y="8116537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7" y="0"/>
                </a:lnTo>
                <a:lnTo>
                  <a:pt x="3880497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300365" y="812756"/>
            <a:ext cx="1456670" cy="1052444"/>
          </a:xfrm>
          <a:custGeom>
            <a:avLst/>
            <a:gdLst/>
            <a:ahLst/>
            <a:cxnLst/>
            <a:rect l="l" t="t" r="r" b="b"/>
            <a:pathLst>
              <a:path w="1456670" h="1052444">
                <a:moveTo>
                  <a:pt x="0" y="0"/>
                </a:moveTo>
                <a:lnTo>
                  <a:pt x="1456670" y="0"/>
                </a:lnTo>
                <a:lnTo>
                  <a:pt x="1456670" y="1052444"/>
                </a:lnTo>
                <a:lnTo>
                  <a:pt x="0" y="1052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562928" y="5377248"/>
            <a:ext cx="4746906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Добавят и управляват своите умения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47261" y="5258285"/>
            <a:ext cx="4595458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Кандидатстват по обяви за работа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33626" y="4879607"/>
            <a:ext cx="5791157" cy="280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 търсене и филтриране на обявите според предпочитанията си</a:t>
            </a:r>
          </a:p>
        </p:txBody>
      </p:sp>
      <p:sp>
        <p:nvSpPr>
          <p:cNvPr id="16" name="Freeform 16"/>
          <p:cNvSpPr/>
          <p:nvPr/>
        </p:nvSpPr>
        <p:spPr>
          <a:xfrm>
            <a:off x="31607" y="4839166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2"/>
                </a:lnTo>
                <a:lnTo>
                  <a:pt x="0" y="2970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Freeform 17"/>
          <p:cNvSpPr/>
          <p:nvPr/>
        </p:nvSpPr>
        <p:spPr>
          <a:xfrm>
            <a:off x="12170409" y="4681679"/>
            <a:ext cx="6117591" cy="3127618"/>
          </a:xfrm>
          <a:custGeom>
            <a:avLst/>
            <a:gdLst/>
            <a:ahLst/>
            <a:cxnLst/>
            <a:rect l="l" t="t" r="r" b="b"/>
            <a:pathLst>
              <a:path w="6117591" h="3127618">
                <a:moveTo>
                  <a:pt x="0" y="0"/>
                </a:moveTo>
                <a:lnTo>
                  <a:pt x="6117591" y="0"/>
                </a:lnTo>
                <a:lnTo>
                  <a:pt x="6117591" y="3127619"/>
                </a:lnTo>
                <a:lnTo>
                  <a:pt x="0" y="3127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Freeform 18"/>
          <p:cNvSpPr/>
          <p:nvPr/>
        </p:nvSpPr>
        <p:spPr>
          <a:xfrm>
            <a:off x="6040216" y="4760423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1"/>
                </a:lnTo>
                <a:lnTo>
                  <a:pt x="0" y="29701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TextBox 19"/>
          <p:cNvSpPr txBox="1"/>
          <p:nvPr/>
        </p:nvSpPr>
        <p:spPr>
          <a:xfrm>
            <a:off x="0" y="69850"/>
            <a:ext cx="18288000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Alien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33407" y="1675871"/>
            <a:ext cx="12021187" cy="53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роля: потребител</a:t>
            </a:r>
          </a:p>
        </p:txBody>
      </p: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H="1">
            <a:off x="914400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9144000" y="0"/>
                </a:moveTo>
                <a:lnTo>
                  <a:pt x="0" y="0"/>
                </a:lnTo>
                <a:lnTo>
                  <a:pt x="0" y="9506433"/>
                </a:lnTo>
                <a:lnTo>
                  <a:pt x="9144000" y="950643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flipH="1">
            <a:off x="16132307" y="-371086"/>
            <a:ext cx="1766837" cy="1883257"/>
          </a:xfrm>
          <a:custGeom>
            <a:avLst/>
            <a:gdLst/>
            <a:ahLst/>
            <a:cxnLst/>
            <a:rect l="l" t="t" r="r" b="b"/>
            <a:pathLst>
              <a:path w="1766837" h="1883257">
                <a:moveTo>
                  <a:pt x="1766838" y="0"/>
                </a:moveTo>
                <a:lnTo>
                  <a:pt x="0" y="0"/>
                </a:lnTo>
                <a:lnTo>
                  <a:pt x="0" y="1883257"/>
                </a:lnTo>
                <a:lnTo>
                  <a:pt x="1766838" y="1883257"/>
                </a:lnTo>
                <a:lnTo>
                  <a:pt x="176683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75483">
            <a:off x="15667600" y="8060946"/>
            <a:ext cx="4014396" cy="2649502"/>
          </a:xfrm>
          <a:custGeom>
            <a:avLst/>
            <a:gdLst/>
            <a:ahLst/>
            <a:cxnLst/>
            <a:rect l="l" t="t" r="r" b="b"/>
            <a:pathLst>
              <a:path w="4014396" h="2649502">
                <a:moveTo>
                  <a:pt x="0" y="0"/>
                </a:moveTo>
                <a:lnTo>
                  <a:pt x="4014396" y="0"/>
                </a:lnTo>
                <a:lnTo>
                  <a:pt x="4014396" y="2649501"/>
                </a:lnTo>
                <a:lnTo>
                  <a:pt x="0" y="2649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2990629" y="4027890"/>
            <a:ext cx="12495969" cy="1272624"/>
            <a:chOff x="0" y="0"/>
            <a:chExt cx="2557742" cy="2604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7743" cy="260488"/>
            </a:xfrm>
            <a:custGeom>
              <a:avLst/>
              <a:gdLst/>
              <a:ahLst/>
              <a:cxnLst/>
              <a:rect l="l" t="t" r="r" b="b"/>
              <a:pathLst>
                <a:path w="2557743" h="260488">
                  <a:moveTo>
                    <a:pt x="61955" y="0"/>
                  </a:moveTo>
                  <a:lnTo>
                    <a:pt x="2495787" y="0"/>
                  </a:lnTo>
                  <a:cubicBezTo>
                    <a:pt x="2512219" y="0"/>
                    <a:pt x="2527977" y="6527"/>
                    <a:pt x="2539596" y="18146"/>
                  </a:cubicBezTo>
                  <a:cubicBezTo>
                    <a:pt x="2551215" y="29765"/>
                    <a:pt x="2557743" y="45524"/>
                    <a:pt x="2557743" y="61955"/>
                  </a:cubicBezTo>
                  <a:lnTo>
                    <a:pt x="2557743" y="198532"/>
                  </a:lnTo>
                  <a:cubicBezTo>
                    <a:pt x="2557743" y="214964"/>
                    <a:pt x="2551215" y="230722"/>
                    <a:pt x="2539596" y="242341"/>
                  </a:cubicBezTo>
                  <a:cubicBezTo>
                    <a:pt x="2527977" y="253960"/>
                    <a:pt x="2512219" y="260488"/>
                    <a:pt x="2495787" y="260488"/>
                  </a:cubicBezTo>
                  <a:lnTo>
                    <a:pt x="61955" y="260488"/>
                  </a:lnTo>
                  <a:cubicBezTo>
                    <a:pt x="45524" y="260488"/>
                    <a:pt x="29765" y="253960"/>
                    <a:pt x="18146" y="242341"/>
                  </a:cubicBezTo>
                  <a:cubicBezTo>
                    <a:pt x="6527" y="230722"/>
                    <a:pt x="0" y="214964"/>
                    <a:pt x="0" y="198532"/>
                  </a:cubicBezTo>
                  <a:lnTo>
                    <a:pt x="0" y="61955"/>
                  </a:lnTo>
                  <a:cubicBezTo>
                    <a:pt x="0" y="45524"/>
                    <a:pt x="6527" y="29765"/>
                    <a:pt x="18146" y="18146"/>
                  </a:cubicBezTo>
                  <a:cubicBezTo>
                    <a:pt x="29765" y="6527"/>
                    <a:pt x="45524" y="0"/>
                    <a:pt x="61955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557742" cy="308113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90629" y="6002789"/>
            <a:ext cx="12495969" cy="1272624"/>
            <a:chOff x="0" y="0"/>
            <a:chExt cx="2557742" cy="260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57743" cy="260488"/>
            </a:xfrm>
            <a:custGeom>
              <a:avLst/>
              <a:gdLst/>
              <a:ahLst/>
              <a:cxnLst/>
              <a:rect l="l" t="t" r="r" b="b"/>
              <a:pathLst>
                <a:path w="2557743" h="260488">
                  <a:moveTo>
                    <a:pt x="61955" y="0"/>
                  </a:moveTo>
                  <a:lnTo>
                    <a:pt x="2495787" y="0"/>
                  </a:lnTo>
                  <a:cubicBezTo>
                    <a:pt x="2512219" y="0"/>
                    <a:pt x="2527977" y="6527"/>
                    <a:pt x="2539596" y="18146"/>
                  </a:cubicBezTo>
                  <a:cubicBezTo>
                    <a:pt x="2551215" y="29765"/>
                    <a:pt x="2557743" y="45524"/>
                    <a:pt x="2557743" y="61955"/>
                  </a:cubicBezTo>
                  <a:lnTo>
                    <a:pt x="2557743" y="198532"/>
                  </a:lnTo>
                  <a:cubicBezTo>
                    <a:pt x="2557743" y="214964"/>
                    <a:pt x="2551215" y="230722"/>
                    <a:pt x="2539596" y="242341"/>
                  </a:cubicBezTo>
                  <a:cubicBezTo>
                    <a:pt x="2527977" y="253960"/>
                    <a:pt x="2512219" y="260488"/>
                    <a:pt x="2495787" y="260488"/>
                  </a:cubicBezTo>
                  <a:lnTo>
                    <a:pt x="61955" y="260488"/>
                  </a:lnTo>
                  <a:cubicBezTo>
                    <a:pt x="45524" y="260488"/>
                    <a:pt x="29765" y="253960"/>
                    <a:pt x="18146" y="242341"/>
                  </a:cubicBezTo>
                  <a:cubicBezTo>
                    <a:pt x="6527" y="230722"/>
                    <a:pt x="0" y="214964"/>
                    <a:pt x="0" y="198532"/>
                  </a:cubicBezTo>
                  <a:lnTo>
                    <a:pt x="0" y="61955"/>
                  </a:lnTo>
                  <a:cubicBezTo>
                    <a:pt x="0" y="45524"/>
                    <a:pt x="6527" y="29765"/>
                    <a:pt x="18146" y="18146"/>
                  </a:cubicBezTo>
                  <a:cubicBezTo>
                    <a:pt x="29765" y="6527"/>
                    <a:pt x="45524" y="0"/>
                    <a:pt x="61955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557742" cy="308113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990629" y="8056463"/>
            <a:ext cx="12495969" cy="1272624"/>
            <a:chOff x="0" y="0"/>
            <a:chExt cx="2557742" cy="260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57743" cy="260488"/>
            </a:xfrm>
            <a:custGeom>
              <a:avLst/>
              <a:gdLst/>
              <a:ahLst/>
              <a:cxnLst/>
              <a:rect l="l" t="t" r="r" b="b"/>
              <a:pathLst>
                <a:path w="2557743" h="260488">
                  <a:moveTo>
                    <a:pt x="61955" y="0"/>
                  </a:moveTo>
                  <a:lnTo>
                    <a:pt x="2495787" y="0"/>
                  </a:lnTo>
                  <a:cubicBezTo>
                    <a:pt x="2512219" y="0"/>
                    <a:pt x="2527977" y="6527"/>
                    <a:pt x="2539596" y="18146"/>
                  </a:cubicBezTo>
                  <a:cubicBezTo>
                    <a:pt x="2551215" y="29765"/>
                    <a:pt x="2557743" y="45524"/>
                    <a:pt x="2557743" y="61955"/>
                  </a:cubicBezTo>
                  <a:lnTo>
                    <a:pt x="2557743" y="198532"/>
                  </a:lnTo>
                  <a:cubicBezTo>
                    <a:pt x="2557743" y="214964"/>
                    <a:pt x="2551215" y="230722"/>
                    <a:pt x="2539596" y="242341"/>
                  </a:cubicBezTo>
                  <a:cubicBezTo>
                    <a:pt x="2527977" y="253960"/>
                    <a:pt x="2512219" y="260488"/>
                    <a:pt x="2495787" y="260488"/>
                  </a:cubicBezTo>
                  <a:lnTo>
                    <a:pt x="61955" y="260488"/>
                  </a:lnTo>
                  <a:cubicBezTo>
                    <a:pt x="45524" y="260488"/>
                    <a:pt x="29765" y="253960"/>
                    <a:pt x="18146" y="242341"/>
                  </a:cubicBezTo>
                  <a:cubicBezTo>
                    <a:pt x="6527" y="230722"/>
                    <a:pt x="0" y="214964"/>
                    <a:pt x="0" y="198532"/>
                  </a:cubicBezTo>
                  <a:lnTo>
                    <a:pt x="0" y="61955"/>
                  </a:lnTo>
                  <a:cubicBezTo>
                    <a:pt x="0" y="45524"/>
                    <a:pt x="6527" y="29765"/>
                    <a:pt x="18146" y="18146"/>
                  </a:cubicBezTo>
                  <a:cubicBezTo>
                    <a:pt x="29765" y="6527"/>
                    <a:pt x="45524" y="0"/>
                    <a:pt x="61955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557742" cy="308113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-24216" y="4585427"/>
            <a:ext cx="2754945" cy="0"/>
          </a:xfrm>
          <a:prstGeom prst="line">
            <a:avLst/>
          </a:prstGeom>
          <a:ln w="28575" cap="flat">
            <a:solidFill>
              <a:srgbClr val="FFFF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6" name="AutoShape 16"/>
          <p:cNvSpPr/>
          <p:nvPr/>
        </p:nvSpPr>
        <p:spPr>
          <a:xfrm>
            <a:off x="-24216" y="6639101"/>
            <a:ext cx="2754945" cy="0"/>
          </a:xfrm>
          <a:prstGeom prst="line">
            <a:avLst/>
          </a:prstGeom>
          <a:ln w="28575" cap="flat">
            <a:solidFill>
              <a:srgbClr val="FFFF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7" name="AutoShape 17"/>
          <p:cNvSpPr/>
          <p:nvPr/>
        </p:nvSpPr>
        <p:spPr>
          <a:xfrm>
            <a:off x="-24216" y="8692775"/>
            <a:ext cx="2754945" cy="0"/>
          </a:xfrm>
          <a:prstGeom prst="line">
            <a:avLst/>
          </a:prstGeom>
          <a:ln w="28575" cap="flat">
            <a:solidFill>
              <a:srgbClr val="FFFF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18" name="Group 18"/>
          <p:cNvGrpSpPr/>
          <p:nvPr/>
        </p:nvGrpSpPr>
        <p:grpSpPr>
          <a:xfrm>
            <a:off x="2621558" y="4476256"/>
            <a:ext cx="218342" cy="21834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621558" y="6529930"/>
            <a:ext cx="218342" cy="21834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21558" y="8583604"/>
            <a:ext cx="218342" cy="21834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AutoShape 27"/>
          <p:cNvSpPr/>
          <p:nvPr/>
        </p:nvSpPr>
        <p:spPr>
          <a:xfrm>
            <a:off x="1353256" y="2647148"/>
            <a:ext cx="0" cy="8507843"/>
          </a:xfrm>
          <a:prstGeom prst="line">
            <a:avLst/>
          </a:prstGeom>
          <a:ln w="28575" cap="flat">
            <a:solidFill>
              <a:srgbClr val="FFFF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8" name="AutoShape 28"/>
          <p:cNvSpPr/>
          <p:nvPr/>
        </p:nvSpPr>
        <p:spPr>
          <a:xfrm>
            <a:off x="-24216" y="2632861"/>
            <a:ext cx="2754945" cy="0"/>
          </a:xfrm>
          <a:prstGeom prst="line">
            <a:avLst/>
          </a:prstGeom>
          <a:ln w="28575" cap="flat">
            <a:solidFill>
              <a:srgbClr val="FFFF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9" name="Group 29"/>
          <p:cNvGrpSpPr/>
          <p:nvPr/>
        </p:nvGrpSpPr>
        <p:grpSpPr>
          <a:xfrm>
            <a:off x="2621558" y="2537977"/>
            <a:ext cx="218342" cy="218342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990629" y="2052992"/>
            <a:ext cx="12495969" cy="1272624"/>
            <a:chOff x="0" y="0"/>
            <a:chExt cx="2557742" cy="2604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57743" cy="260488"/>
            </a:xfrm>
            <a:custGeom>
              <a:avLst/>
              <a:gdLst/>
              <a:ahLst/>
              <a:cxnLst/>
              <a:rect l="l" t="t" r="r" b="b"/>
              <a:pathLst>
                <a:path w="2557743" h="260488">
                  <a:moveTo>
                    <a:pt x="61955" y="0"/>
                  </a:moveTo>
                  <a:lnTo>
                    <a:pt x="2495787" y="0"/>
                  </a:lnTo>
                  <a:cubicBezTo>
                    <a:pt x="2512219" y="0"/>
                    <a:pt x="2527977" y="6527"/>
                    <a:pt x="2539596" y="18146"/>
                  </a:cubicBezTo>
                  <a:cubicBezTo>
                    <a:pt x="2551215" y="29765"/>
                    <a:pt x="2557743" y="45524"/>
                    <a:pt x="2557743" y="61955"/>
                  </a:cubicBezTo>
                  <a:lnTo>
                    <a:pt x="2557743" y="198532"/>
                  </a:lnTo>
                  <a:cubicBezTo>
                    <a:pt x="2557743" y="214964"/>
                    <a:pt x="2551215" y="230722"/>
                    <a:pt x="2539596" y="242341"/>
                  </a:cubicBezTo>
                  <a:cubicBezTo>
                    <a:pt x="2527977" y="253960"/>
                    <a:pt x="2512219" y="260488"/>
                    <a:pt x="2495787" y="260488"/>
                  </a:cubicBezTo>
                  <a:lnTo>
                    <a:pt x="61955" y="260488"/>
                  </a:lnTo>
                  <a:cubicBezTo>
                    <a:pt x="45524" y="260488"/>
                    <a:pt x="29765" y="253960"/>
                    <a:pt x="18146" y="242341"/>
                  </a:cubicBezTo>
                  <a:cubicBezTo>
                    <a:pt x="6527" y="230722"/>
                    <a:pt x="0" y="214964"/>
                    <a:pt x="0" y="198532"/>
                  </a:cubicBezTo>
                  <a:lnTo>
                    <a:pt x="0" y="61955"/>
                  </a:lnTo>
                  <a:cubicBezTo>
                    <a:pt x="0" y="45524"/>
                    <a:pt x="6527" y="29765"/>
                    <a:pt x="18146" y="18146"/>
                  </a:cubicBezTo>
                  <a:cubicBezTo>
                    <a:pt x="29765" y="6527"/>
                    <a:pt x="45524" y="0"/>
                    <a:pt x="61955" y="0"/>
                  </a:cubicBez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2557742" cy="308113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just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3037000" y="161925"/>
            <a:ext cx="12214000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Слоеве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305769" y="4344670"/>
            <a:ext cx="15272133" cy="57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5"/>
              </a:lnSpc>
              <a:spcBef>
                <a:spcPct val="0"/>
              </a:spcBef>
            </a:pPr>
            <a:r>
              <a:rPr lang="en-US" sz="3339">
                <a:solidFill>
                  <a:srgbClr val="3B3B3B"/>
                </a:solidFill>
                <a:latin typeface="Intro"/>
                <a:ea typeface="Intro"/>
                <a:cs typeface="Intro"/>
                <a:sym typeface="Intro"/>
              </a:rPr>
              <a:t>Слой за бизнес лог</a:t>
            </a:r>
            <a:r>
              <a:rPr lang="en-US" sz="3339" u="none">
                <a:solidFill>
                  <a:srgbClr val="3B3B3B"/>
                </a:solidFill>
                <a:latin typeface="Intro"/>
                <a:ea typeface="Intro"/>
                <a:cs typeface="Intro"/>
                <a:sym typeface="Intro"/>
              </a:rPr>
              <a:t>ик</a:t>
            </a:r>
            <a:r>
              <a:rPr lang="en-US" sz="3339">
                <a:solidFill>
                  <a:srgbClr val="3B3B3B"/>
                </a:solidFill>
                <a:latin typeface="Intro"/>
                <a:ea typeface="Intro"/>
                <a:cs typeface="Intro"/>
                <a:sym typeface="Intro"/>
              </a:rPr>
              <a:t>а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305769" y="6358957"/>
            <a:ext cx="14402079" cy="57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5"/>
              </a:lnSpc>
              <a:spcBef>
                <a:spcPct val="0"/>
              </a:spcBef>
            </a:pPr>
            <a:r>
              <a:rPr lang="en-US" sz="3339">
                <a:solidFill>
                  <a:srgbClr val="3B3B3B"/>
                </a:solidFill>
                <a:latin typeface="Intro"/>
                <a:ea typeface="Intro"/>
                <a:cs typeface="Intro"/>
                <a:sym typeface="Intro"/>
              </a:rPr>
              <a:t>Слой за достъп до да</a:t>
            </a:r>
            <a:r>
              <a:rPr lang="en-US" sz="3339" u="none">
                <a:solidFill>
                  <a:srgbClr val="3B3B3B"/>
                </a:solidFill>
                <a:latin typeface="Intro"/>
                <a:ea typeface="Intro"/>
                <a:cs typeface="Intro"/>
                <a:sym typeface="Intro"/>
              </a:rPr>
              <a:t>н</a:t>
            </a:r>
            <a:r>
              <a:rPr lang="en-US" sz="3339">
                <a:solidFill>
                  <a:srgbClr val="3B3B3B"/>
                </a:solidFill>
                <a:latin typeface="Intro"/>
                <a:ea typeface="Intro"/>
                <a:cs typeface="Intro"/>
                <a:sym typeface="Intro"/>
              </a:rPr>
              <a:t>ни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05769" y="2369832"/>
            <a:ext cx="14984910" cy="57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82"/>
              </a:lnSpc>
              <a:spcBef>
                <a:spcPct val="0"/>
              </a:spcBef>
            </a:pPr>
            <a:r>
              <a:rPr lang="en-US" sz="3344">
                <a:solidFill>
                  <a:srgbClr val="3B3B3B"/>
                </a:solidFill>
                <a:latin typeface="Intro"/>
                <a:ea typeface="Intro"/>
                <a:cs typeface="Intro"/>
                <a:sym typeface="Intro"/>
              </a:rPr>
              <a:t>Презентационен слой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305769" y="8373243"/>
            <a:ext cx="7618468" cy="572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5"/>
              </a:lnSpc>
            </a:pPr>
            <a:r>
              <a:rPr lang="en-US" sz="3339">
                <a:solidFill>
                  <a:srgbClr val="3B3B3B"/>
                </a:solidFill>
                <a:latin typeface="Intro"/>
                <a:ea typeface="Intro"/>
                <a:cs typeface="Intro"/>
                <a:sym typeface="Intro"/>
              </a:rPr>
              <a:t>unit тестове</a:t>
            </a:r>
          </a:p>
        </p:txBody>
      </p:sp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H="1">
            <a:off x="914400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9144000" y="0"/>
                </a:moveTo>
                <a:lnTo>
                  <a:pt x="0" y="0"/>
                </a:lnTo>
                <a:lnTo>
                  <a:pt x="0" y="9506433"/>
                </a:lnTo>
                <a:lnTo>
                  <a:pt x="9144000" y="950643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flipV="1">
            <a:off x="13692859" y="-1590948"/>
            <a:ext cx="5521384" cy="4678118"/>
          </a:xfrm>
          <a:custGeom>
            <a:avLst/>
            <a:gdLst/>
            <a:ahLst/>
            <a:cxnLst/>
            <a:rect l="l" t="t" r="r" b="b"/>
            <a:pathLst>
              <a:path w="5521384" h="4678118">
                <a:moveTo>
                  <a:pt x="0" y="4678119"/>
                </a:moveTo>
                <a:lnTo>
                  <a:pt x="5521384" y="4678119"/>
                </a:lnTo>
                <a:lnTo>
                  <a:pt x="5521384" y="0"/>
                </a:lnTo>
                <a:lnTo>
                  <a:pt x="0" y="0"/>
                </a:lnTo>
                <a:lnTo>
                  <a:pt x="0" y="467811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529449" y="176267"/>
            <a:ext cx="3452454" cy="1996146"/>
          </a:xfrm>
          <a:custGeom>
            <a:avLst/>
            <a:gdLst/>
            <a:ahLst/>
            <a:cxnLst/>
            <a:rect l="l" t="t" r="r" b="b"/>
            <a:pathLst>
              <a:path w="3452454" h="1996146">
                <a:moveTo>
                  <a:pt x="0" y="0"/>
                </a:moveTo>
                <a:lnTo>
                  <a:pt x="3452455" y="0"/>
                </a:lnTo>
                <a:lnTo>
                  <a:pt x="3452455" y="1996146"/>
                </a:lnTo>
                <a:lnTo>
                  <a:pt x="0" y="1996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2923006" y="7801534"/>
            <a:ext cx="12964747" cy="12964747"/>
          </a:xfrm>
          <a:custGeom>
            <a:avLst/>
            <a:gdLst/>
            <a:ahLst/>
            <a:cxnLst/>
            <a:rect l="l" t="t" r="r" b="b"/>
            <a:pathLst>
              <a:path w="12964747" h="12964747">
                <a:moveTo>
                  <a:pt x="0" y="0"/>
                </a:moveTo>
                <a:lnTo>
                  <a:pt x="12964747" y="0"/>
                </a:lnTo>
                <a:lnTo>
                  <a:pt x="12964747" y="12964747"/>
                </a:lnTo>
                <a:lnTo>
                  <a:pt x="0" y="12964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53448">
            <a:off x="15151108" y="7998945"/>
            <a:ext cx="2604885" cy="1758063"/>
          </a:xfrm>
          <a:custGeom>
            <a:avLst/>
            <a:gdLst/>
            <a:ahLst/>
            <a:cxnLst/>
            <a:rect l="l" t="t" r="r" b="b"/>
            <a:pathLst>
              <a:path w="2604885" h="1758063">
                <a:moveTo>
                  <a:pt x="0" y="0"/>
                </a:moveTo>
                <a:lnTo>
                  <a:pt x="2604886" y="0"/>
                </a:lnTo>
                <a:lnTo>
                  <a:pt x="2604886" y="1758063"/>
                </a:lnTo>
                <a:lnTo>
                  <a:pt x="0" y="17580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8" name="Group 8"/>
          <p:cNvGrpSpPr/>
          <p:nvPr/>
        </p:nvGrpSpPr>
        <p:grpSpPr>
          <a:xfrm>
            <a:off x="3916820" y="2964147"/>
            <a:ext cx="10454359" cy="5551094"/>
            <a:chOff x="0" y="0"/>
            <a:chExt cx="13939145" cy="74014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43778" cy="7343778"/>
            </a:xfrm>
            <a:custGeom>
              <a:avLst/>
              <a:gdLst/>
              <a:ahLst/>
              <a:cxnLst/>
              <a:rect l="l" t="t" r="r" b="b"/>
              <a:pathLst>
                <a:path w="7343778" h="7343778">
                  <a:moveTo>
                    <a:pt x="0" y="0"/>
                  </a:moveTo>
                  <a:lnTo>
                    <a:pt x="7343778" y="0"/>
                  </a:lnTo>
                  <a:lnTo>
                    <a:pt x="7343778" y="7343778"/>
                  </a:lnTo>
                  <a:lnTo>
                    <a:pt x="0" y="7343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691627" y="0"/>
              <a:ext cx="5247519" cy="7401459"/>
            </a:xfrm>
            <a:custGeom>
              <a:avLst/>
              <a:gdLst/>
              <a:ahLst/>
              <a:cxnLst/>
              <a:rect l="l" t="t" r="r" b="b"/>
              <a:pathLst>
                <a:path w="5247519" h="7401459">
                  <a:moveTo>
                    <a:pt x="0" y="0"/>
                  </a:moveTo>
                  <a:lnTo>
                    <a:pt x="5247518" y="0"/>
                  </a:lnTo>
                  <a:lnTo>
                    <a:pt x="5247518" y="7401459"/>
                  </a:lnTo>
                  <a:lnTo>
                    <a:pt x="0" y="7401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613451" y="914400"/>
            <a:ext cx="7061098" cy="1062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66"/>
              </a:lnSpc>
            </a:pPr>
            <a:r>
              <a:rPr lang="en-US" sz="6261">
                <a:solidFill>
                  <a:srgbClr val="FFFFFF"/>
                </a:solidFill>
                <a:latin typeface="Adigiana Toybox Bold"/>
                <a:ea typeface="Adigiana Toybox Bold"/>
                <a:cs typeface="Adigiana Toybox Bold"/>
                <a:sym typeface="Adigiana Toybox Bold"/>
              </a:rPr>
              <a:t>FRONT-END</a:t>
            </a:r>
          </a:p>
        </p:txBody>
      </p:sp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H="1">
            <a:off x="914400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9144000" y="0"/>
                </a:moveTo>
                <a:lnTo>
                  <a:pt x="0" y="0"/>
                </a:lnTo>
                <a:lnTo>
                  <a:pt x="0" y="9506433"/>
                </a:lnTo>
                <a:lnTo>
                  <a:pt x="9144000" y="950643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flipV="1">
            <a:off x="13692859" y="-1590948"/>
            <a:ext cx="5521384" cy="4678118"/>
          </a:xfrm>
          <a:custGeom>
            <a:avLst/>
            <a:gdLst/>
            <a:ahLst/>
            <a:cxnLst/>
            <a:rect l="l" t="t" r="r" b="b"/>
            <a:pathLst>
              <a:path w="5521384" h="4678118">
                <a:moveTo>
                  <a:pt x="0" y="4678119"/>
                </a:moveTo>
                <a:lnTo>
                  <a:pt x="5521384" y="4678119"/>
                </a:lnTo>
                <a:lnTo>
                  <a:pt x="5521384" y="0"/>
                </a:lnTo>
                <a:lnTo>
                  <a:pt x="0" y="0"/>
                </a:lnTo>
                <a:lnTo>
                  <a:pt x="0" y="467811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529449" y="176267"/>
            <a:ext cx="3452454" cy="1996146"/>
          </a:xfrm>
          <a:custGeom>
            <a:avLst/>
            <a:gdLst/>
            <a:ahLst/>
            <a:cxnLst/>
            <a:rect l="l" t="t" r="r" b="b"/>
            <a:pathLst>
              <a:path w="3452454" h="1996146">
                <a:moveTo>
                  <a:pt x="0" y="0"/>
                </a:moveTo>
                <a:lnTo>
                  <a:pt x="3452455" y="0"/>
                </a:lnTo>
                <a:lnTo>
                  <a:pt x="3452455" y="1996146"/>
                </a:lnTo>
                <a:lnTo>
                  <a:pt x="0" y="1996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2923006" y="7801534"/>
            <a:ext cx="12964747" cy="12964747"/>
          </a:xfrm>
          <a:custGeom>
            <a:avLst/>
            <a:gdLst/>
            <a:ahLst/>
            <a:cxnLst/>
            <a:rect l="l" t="t" r="r" b="b"/>
            <a:pathLst>
              <a:path w="12964747" h="12964747">
                <a:moveTo>
                  <a:pt x="0" y="0"/>
                </a:moveTo>
                <a:lnTo>
                  <a:pt x="12964747" y="0"/>
                </a:lnTo>
                <a:lnTo>
                  <a:pt x="12964747" y="12964747"/>
                </a:lnTo>
                <a:lnTo>
                  <a:pt x="0" y="12964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2599718" y="3362927"/>
            <a:ext cx="13088565" cy="3629896"/>
            <a:chOff x="0" y="0"/>
            <a:chExt cx="17451420" cy="4839862"/>
          </a:xfrm>
        </p:grpSpPr>
        <p:sp>
          <p:nvSpPr>
            <p:cNvPr id="8" name="Freeform 8"/>
            <p:cNvSpPr/>
            <p:nvPr/>
          </p:nvSpPr>
          <p:spPr>
            <a:xfrm>
              <a:off x="12703225" y="0"/>
              <a:ext cx="4748195" cy="4748195"/>
            </a:xfrm>
            <a:custGeom>
              <a:avLst/>
              <a:gdLst/>
              <a:ahLst/>
              <a:cxnLst/>
              <a:rect l="l" t="t" r="r" b="b"/>
              <a:pathLst>
                <a:path w="4748195" h="4748195">
                  <a:moveTo>
                    <a:pt x="0" y="0"/>
                  </a:moveTo>
                  <a:lnTo>
                    <a:pt x="4748195" y="0"/>
                  </a:lnTo>
                  <a:lnTo>
                    <a:pt x="4748195" y="4748195"/>
                  </a:lnTo>
                  <a:lnTo>
                    <a:pt x="0" y="4748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3757236" y="0"/>
              <a:ext cx="9679723" cy="4839862"/>
            </a:xfrm>
            <a:custGeom>
              <a:avLst/>
              <a:gdLst/>
              <a:ahLst/>
              <a:cxnLst/>
              <a:rect l="l" t="t" r="r" b="b"/>
              <a:pathLst>
                <a:path w="9679723" h="4839862">
                  <a:moveTo>
                    <a:pt x="0" y="0"/>
                  </a:moveTo>
                  <a:lnTo>
                    <a:pt x="9679723" y="0"/>
                  </a:lnTo>
                  <a:lnTo>
                    <a:pt x="9679723" y="4839862"/>
                  </a:lnTo>
                  <a:lnTo>
                    <a:pt x="0" y="4839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4748195" cy="4748195"/>
            </a:xfrm>
            <a:custGeom>
              <a:avLst/>
              <a:gdLst/>
              <a:ahLst/>
              <a:cxnLst/>
              <a:rect l="l" t="t" r="r" b="b"/>
              <a:pathLst>
                <a:path w="4748195" h="4748195">
                  <a:moveTo>
                    <a:pt x="0" y="0"/>
                  </a:moveTo>
                  <a:lnTo>
                    <a:pt x="4748195" y="0"/>
                  </a:lnTo>
                  <a:lnTo>
                    <a:pt x="4748195" y="4748195"/>
                  </a:lnTo>
                  <a:lnTo>
                    <a:pt x="0" y="4748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613451" y="914400"/>
            <a:ext cx="7061098" cy="1060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66"/>
              </a:lnSpc>
            </a:pPr>
            <a:r>
              <a:rPr lang="en-US" sz="6261">
                <a:solidFill>
                  <a:srgbClr val="FFFFFF"/>
                </a:solidFill>
                <a:latin typeface="Adigiana Toybox Bold"/>
                <a:ea typeface="Adigiana Toybox Bold"/>
                <a:cs typeface="Adigiana Toybox Bold"/>
                <a:sym typeface="Adigiana Toybox Bold"/>
              </a:rPr>
              <a:t>BACK-END</a:t>
            </a:r>
          </a:p>
        </p:txBody>
      </p:sp>
    </p:spTree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80522" y="0"/>
            <a:ext cx="11926957" cy="10287000"/>
          </a:xfrm>
          <a:custGeom>
            <a:avLst/>
            <a:gdLst/>
            <a:ahLst/>
            <a:cxnLst/>
            <a:rect l="l" t="t" r="r" b="b"/>
            <a:pathLst>
              <a:path w="11926957" h="10287000">
                <a:moveTo>
                  <a:pt x="0" y="0"/>
                </a:moveTo>
                <a:lnTo>
                  <a:pt x="11926956" y="0"/>
                </a:lnTo>
                <a:lnTo>
                  <a:pt x="119269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94846" y="-6276806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5823328" y="-172751"/>
            <a:ext cx="3388512" cy="3388512"/>
          </a:xfrm>
          <a:custGeom>
            <a:avLst/>
            <a:gdLst/>
            <a:ahLst/>
            <a:cxnLst/>
            <a:rect l="l" t="t" r="r" b="b"/>
            <a:pathLst>
              <a:path w="3388512" h="3388512">
                <a:moveTo>
                  <a:pt x="0" y="0"/>
                </a:moveTo>
                <a:lnTo>
                  <a:pt x="3388512" y="0"/>
                </a:lnTo>
                <a:lnTo>
                  <a:pt x="3388512" y="3388512"/>
                </a:lnTo>
                <a:lnTo>
                  <a:pt x="0" y="338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2294731" y="-3092725"/>
            <a:ext cx="13698538" cy="7003378"/>
          </a:xfrm>
          <a:custGeom>
            <a:avLst/>
            <a:gdLst/>
            <a:ahLst/>
            <a:cxnLst/>
            <a:rect l="l" t="t" r="r" b="b"/>
            <a:pathLst>
              <a:path w="13698538" h="7003378">
                <a:moveTo>
                  <a:pt x="0" y="0"/>
                </a:moveTo>
                <a:lnTo>
                  <a:pt x="13698538" y="0"/>
                </a:lnTo>
                <a:lnTo>
                  <a:pt x="13698538" y="7003378"/>
                </a:lnTo>
                <a:lnTo>
                  <a:pt x="0" y="700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4210456" y="1441454"/>
            <a:ext cx="474490" cy="423746"/>
          </a:xfrm>
          <a:custGeom>
            <a:avLst/>
            <a:gdLst/>
            <a:ahLst/>
            <a:cxnLst/>
            <a:rect l="l" t="t" r="r" b="b"/>
            <a:pathLst>
              <a:path w="474490" h="423746">
                <a:moveTo>
                  <a:pt x="0" y="0"/>
                </a:moveTo>
                <a:lnTo>
                  <a:pt x="474491" y="0"/>
                </a:lnTo>
                <a:lnTo>
                  <a:pt x="474491" y="423746"/>
                </a:lnTo>
                <a:lnTo>
                  <a:pt x="0" y="4237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844515" flipH="1" flipV="1">
            <a:off x="13043650" y="6151459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844515" flipH="1" flipV="1">
            <a:off x="8358457" y="661605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flipH="1">
            <a:off x="2789136" y="1671445"/>
            <a:ext cx="692510" cy="618450"/>
          </a:xfrm>
          <a:custGeom>
            <a:avLst/>
            <a:gdLst/>
            <a:ahLst/>
            <a:cxnLst/>
            <a:rect l="l" t="t" r="r" b="b"/>
            <a:pathLst>
              <a:path w="692510" h="618450">
                <a:moveTo>
                  <a:pt x="692510" y="0"/>
                </a:moveTo>
                <a:lnTo>
                  <a:pt x="0" y="0"/>
                </a:lnTo>
                <a:lnTo>
                  <a:pt x="0" y="618450"/>
                </a:lnTo>
                <a:lnTo>
                  <a:pt x="692510" y="618450"/>
                </a:lnTo>
                <a:lnTo>
                  <a:pt x="69251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-5988675" flipH="1" flipV="1">
            <a:off x="17350443" y="4052265"/>
            <a:ext cx="722220" cy="793036"/>
          </a:xfrm>
          <a:custGeom>
            <a:avLst/>
            <a:gdLst/>
            <a:ahLst/>
            <a:cxnLst/>
            <a:rect l="l" t="t" r="r" b="b"/>
            <a:pathLst>
              <a:path w="722220" h="793036">
                <a:moveTo>
                  <a:pt x="722220" y="793036"/>
                </a:moveTo>
                <a:lnTo>
                  <a:pt x="0" y="793036"/>
                </a:lnTo>
                <a:lnTo>
                  <a:pt x="0" y="0"/>
                </a:lnTo>
                <a:lnTo>
                  <a:pt x="722220" y="0"/>
                </a:lnTo>
                <a:lnTo>
                  <a:pt x="722220" y="793036"/>
                </a:lnTo>
                <a:close/>
              </a:path>
            </a:pathLst>
          </a:custGeom>
          <a:blipFill>
            <a:blip r:embed="rId5"/>
            <a:stretch>
              <a:fillRect l="-201985" t="-192267" r="-6478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-2300142" y="2013364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8" y="0"/>
                </a:lnTo>
                <a:lnTo>
                  <a:pt x="3880498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6223557" y="8116537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7" y="0"/>
                </a:lnTo>
                <a:lnTo>
                  <a:pt x="3880497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300365" y="812756"/>
            <a:ext cx="1456670" cy="1052444"/>
          </a:xfrm>
          <a:custGeom>
            <a:avLst/>
            <a:gdLst/>
            <a:ahLst/>
            <a:cxnLst/>
            <a:rect l="l" t="t" r="r" b="b"/>
            <a:pathLst>
              <a:path w="1456670" h="1052444">
                <a:moveTo>
                  <a:pt x="0" y="0"/>
                </a:moveTo>
                <a:lnTo>
                  <a:pt x="1456670" y="0"/>
                </a:lnTo>
                <a:lnTo>
                  <a:pt x="1456670" y="1052444"/>
                </a:lnTo>
                <a:lnTo>
                  <a:pt x="0" y="1052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531321" y="5472699"/>
            <a:ext cx="4746906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лесно да запазва интересни задачи</a:t>
            </a:r>
          </a:p>
        </p:txBody>
      </p:sp>
      <p:sp>
        <p:nvSpPr>
          <p:cNvPr id="14" name="Freeform 14"/>
          <p:cNvSpPr/>
          <p:nvPr/>
        </p:nvSpPr>
        <p:spPr>
          <a:xfrm>
            <a:off x="6085205" y="4743916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2"/>
                </a:lnTo>
                <a:lnTo>
                  <a:pt x="0" y="2970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6692250" y="5633162"/>
            <a:ext cx="4595458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да се връща към тях по-късно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170409" y="4681679"/>
            <a:ext cx="6117591" cy="3127618"/>
          </a:xfrm>
          <a:custGeom>
            <a:avLst/>
            <a:gdLst/>
            <a:ahLst/>
            <a:cxnLst/>
            <a:rect l="l" t="t" r="r" b="b"/>
            <a:pathLst>
              <a:path w="6117591" h="3127618">
                <a:moveTo>
                  <a:pt x="0" y="0"/>
                </a:moveTo>
                <a:lnTo>
                  <a:pt x="6117591" y="0"/>
                </a:lnTo>
                <a:lnTo>
                  <a:pt x="6117591" y="3127619"/>
                </a:lnTo>
                <a:lnTo>
                  <a:pt x="0" y="3127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TextBox 17"/>
          <p:cNvSpPr txBox="1"/>
          <p:nvPr/>
        </p:nvSpPr>
        <p:spPr>
          <a:xfrm>
            <a:off x="13139836" y="5280737"/>
            <a:ext cx="4178738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да организира по-добре избора си</a:t>
            </a:r>
          </a:p>
        </p:txBody>
      </p:sp>
      <p:sp>
        <p:nvSpPr>
          <p:cNvPr id="18" name="Freeform 18"/>
          <p:cNvSpPr/>
          <p:nvPr/>
        </p:nvSpPr>
        <p:spPr>
          <a:xfrm>
            <a:off x="0" y="4681679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2"/>
                </a:lnTo>
                <a:lnTo>
                  <a:pt x="0" y="2970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TextBox 19"/>
          <p:cNvSpPr txBox="1"/>
          <p:nvPr/>
        </p:nvSpPr>
        <p:spPr>
          <a:xfrm>
            <a:off x="0" y="69850"/>
            <a:ext cx="18288000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Favorites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33407" y="1789000"/>
            <a:ext cx="12021187" cy="53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запазване</a:t>
            </a:r>
            <a:r>
              <a:rPr lang="en-US" sz="3000" dirty="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 на </a:t>
            </a:r>
            <a:r>
              <a:rPr lang="en-US" sz="3000" dirty="0" err="1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задачи</a:t>
            </a:r>
            <a:endParaRPr lang="en-US" sz="3000" dirty="0">
              <a:solidFill>
                <a:srgbClr val="FFFFFF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</p:spTree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94846" y="-6276806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5823328" y="-172751"/>
            <a:ext cx="3388512" cy="3388512"/>
          </a:xfrm>
          <a:custGeom>
            <a:avLst/>
            <a:gdLst/>
            <a:ahLst/>
            <a:cxnLst/>
            <a:rect l="l" t="t" r="r" b="b"/>
            <a:pathLst>
              <a:path w="3388512" h="3388512">
                <a:moveTo>
                  <a:pt x="0" y="0"/>
                </a:moveTo>
                <a:lnTo>
                  <a:pt x="3388512" y="0"/>
                </a:lnTo>
                <a:lnTo>
                  <a:pt x="3388512" y="3388512"/>
                </a:lnTo>
                <a:lnTo>
                  <a:pt x="0" y="338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2294731" y="-3092725"/>
            <a:ext cx="13698538" cy="7003378"/>
          </a:xfrm>
          <a:custGeom>
            <a:avLst/>
            <a:gdLst/>
            <a:ahLst/>
            <a:cxnLst/>
            <a:rect l="l" t="t" r="r" b="b"/>
            <a:pathLst>
              <a:path w="13698538" h="7003378">
                <a:moveTo>
                  <a:pt x="0" y="0"/>
                </a:moveTo>
                <a:lnTo>
                  <a:pt x="13698538" y="0"/>
                </a:lnTo>
                <a:lnTo>
                  <a:pt x="13698538" y="7003378"/>
                </a:lnTo>
                <a:lnTo>
                  <a:pt x="0" y="700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4210456" y="1441454"/>
            <a:ext cx="474490" cy="423746"/>
          </a:xfrm>
          <a:custGeom>
            <a:avLst/>
            <a:gdLst/>
            <a:ahLst/>
            <a:cxnLst/>
            <a:rect l="l" t="t" r="r" b="b"/>
            <a:pathLst>
              <a:path w="474490" h="423746">
                <a:moveTo>
                  <a:pt x="0" y="0"/>
                </a:moveTo>
                <a:lnTo>
                  <a:pt x="474491" y="0"/>
                </a:lnTo>
                <a:lnTo>
                  <a:pt x="474491" y="423746"/>
                </a:lnTo>
                <a:lnTo>
                  <a:pt x="0" y="4237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844515" flipH="1" flipV="1">
            <a:off x="13043650" y="6151459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rot="844515" flipH="1" flipV="1">
            <a:off x="8358457" y="661605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 flipH="1">
            <a:off x="2789136" y="1671445"/>
            <a:ext cx="692510" cy="618450"/>
          </a:xfrm>
          <a:custGeom>
            <a:avLst/>
            <a:gdLst/>
            <a:ahLst/>
            <a:cxnLst/>
            <a:rect l="l" t="t" r="r" b="b"/>
            <a:pathLst>
              <a:path w="692510" h="618450">
                <a:moveTo>
                  <a:pt x="692510" y="0"/>
                </a:moveTo>
                <a:lnTo>
                  <a:pt x="0" y="0"/>
                </a:lnTo>
                <a:lnTo>
                  <a:pt x="0" y="618450"/>
                </a:lnTo>
                <a:lnTo>
                  <a:pt x="692510" y="618450"/>
                </a:lnTo>
                <a:lnTo>
                  <a:pt x="69251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-5988675" flipH="1" flipV="1">
            <a:off x="17350443" y="4052265"/>
            <a:ext cx="722220" cy="793036"/>
          </a:xfrm>
          <a:custGeom>
            <a:avLst/>
            <a:gdLst/>
            <a:ahLst/>
            <a:cxnLst/>
            <a:rect l="l" t="t" r="r" b="b"/>
            <a:pathLst>
              <a:path w="722220" h="793036">
                <a:moveTo>
                  <a:pt x="722220" y="793036"/>
                </a:moveTo>
                <a:lnTo>
                  <a:pt x="0" y="793036"/>
                </a:lnTo>
                <a:lnTo>
                  <a:pt x="0" y="0"/>
                </a:lnTo>
                <a:lnTo>
                  <a:pt x="722220" y="0"/>
                </a:lnTo>
                <a:lnTo>
                  <a:pt x="722220" y="793036"/>
                </a:lnTo>
                <a:close/>
              </a:path>
            </a:pathLst>
          </a:custGeom>
          <a:blipFill>
            <a:blip r:embed="rId5"/>
            <a:stretch>
              <a:fillRect l="-201985" t="-192267" r="-6478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-2300142" y="2013364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8" y="0"/>
                </a:lnTo>
                <a:lnTo>
                  <a:pt x="3880498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6223557" y="8116537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7" y="0"/>
                </a:lnTo>
                <a:lnTo>
                  <a:pt x="3880497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300365" y="812756"/>
            <a:ext cx="1456670" cy="1052444"/>
          </a:xfrm>
          <a:custGeom>
            <a:avLst/>
            <a:gdLst/>
            <a:ahLst/>
            <a:cxnLst/>
            <a:rect l="l" t="t" r="r" b="b"/>
            <a:pathLst>
              <a:path w="1456670" h="1052444">
                <a:moveTo>
                  <a:pt x="0" y="0"/>
                </a:moveTo>
                <a:lnTo>
                  <a:pt x="1456670" y="0"/>
                </a:lnTo>
                <a:lnTo>
                  <a:pt x="1456670" y="1052444"/>
                </a:lnTo>
                <a:lnTo>
                  <a:pt x="0" y="1052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2294731" y="4651506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2"/>
                </a:lnTo>
                <a:lnTo>
                  <a:pt x="0" y="2970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TextBox 14"/>
          <p:cNvSpPr txBox="1"/>
          <p:nvPr/>
        </p:nvSpPr>
        <p:spPr>
          <a:xfrm>
            <a:off x="2789136" y="5057775"/>
            <a:ext cx="4746906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по-добра представа за конкуренцията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51129" y="4651506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2"/>
                </a:lnTo>
                <a:lnTo>
                  <a:pt x="0" y="2970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/>
          <p:cNvSpPr txBox="1"/>
          <p:nvPr/>
        </p:nvSpPr>
        <p:spPr>
          <a:xfrm>
            <a:off x="10421763" y="5057775"/>
            <a:ext cx="5401564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повече информация преди кандидатстване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607" y="380127"/>
            <a:ext cx="18288000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Брой кандидати</a:t>
            </a:r>
          </a:p>
        </p:txBody>
      </p:sp>
    </p:spTree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96F60-CD64-318F-43FF-2448D8BA4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052EA0-4C0B-39DD-94A8-04E42C6BB1C0}"/>
              </a:ext>
            </a:extLst>
          </p:cNvPr>
          <p:cNvSpPr/>
          <p:nvPr/>
        </p:nvSpPr>
        <p:spPr>
          <a:xfrm>
            <a:off x="4194846" y="-6276806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D56AB1F-C3D1-8D05-5459-1221A5F9A414}"/>
              </a:ext>
            </a:extLst>
          </p:cNvPr>
          <p:cNvSpPr/>
          <p:nvPr/>
        </p:nvSpPr>
        <p:spPr>
          <a:xfrm>
            <a:off x="15823328" y="-172751"/>
            <a:ext cx="3388512" cy="3388512"/>
          </a:xfrm>
          <a:custGeom>
            <a:avLst/>
            <a:gdLst/>
            <a:ahLst/>
            <a:cxnLst/>
            <a:rect l="l" t="t" r="r" b="b"/>
            <a:pathLst>
              <a:path w="3388512" h="3388512">
                <a:moveTo>
                  <a:pt x="0" y="0"/>
                </a:moveTo>
                <a:lnTo>
                  <a:pt x="3388512" y="0"/>
                </a:lnTo>
                <a:lnTo>
                  <a:pt x="3388512" y="3388512"/>
                </a:lnTo>
                <a:lnTo>
                  <a:pt x="0" y="338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2F2168D-84E0-E0C5-F118-1B96AF226DB9}"/>
              </a:ext>
            </a:extLst>
          </p:cNvPr>
          <p:cNvSpPr/>
          <p:nvPr/>
        </p:nvSpPr>
        <p:spPr>
          <a:xfrm>
            <a:off x="2294731" y="-3092725"/>
            <a:ext cx="13698538" cy="7003378"/>
          </a:xfrm>
          <a:custGeom>
            <a:avLst/>
            <a:gdLst/>
            <a:ahLst/>
            <a:cxnLst/>
            <a:rect l="l" t="t" r="r" b="b"/>
            <a:pathLst>
              <a:path w="13698538" h="7003378">
                <a:moveTo>
                  <a:pt x="0" y="0"/>
                </a:moveTo>
                <a:lnTo>
                  <a:pt x="13698538" y="0"/>
                </a:lnTo>
                <a:lnTo>
                  <a:pt x="13698538" y="7003378"/>
                </a:lnTo>
                <a:lnTo>
                  <a:pt x="0" y="700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E623B9F-4C77-965F-8DE1-56E0943F8751}"/>
              </a:ext>
            </a:extLst>
          </p:cNvPr>
          <p:cNvSpPr/>
          <p:nvPr/>
        </p:nvSpPr>
        <p:spPr>
          <a:xfrm>
            <a:off x="14210456" y="1441454"/>
            <a:ext cx="474490" cy="423746"/>
          </a:xfrm>
          <a:custGeom>
            <a:avLst/>
            <a:gdLst/>
            <a:ahLst/>
            <a:cxnLst/>
            <a:rect l="l" t="t" r="r" b="b"/>
            <a:pathLst>
              <a:path w="474490" h="423746">
                <a:moveTo>
                  <a:pt x="0" y="0"/>
                </a:moveTo>
                <a:lnTo>
                  <a:pt x="474491" y="0"/>
                </a:lnTo>
                <a:lnTo>
                  <a:pt x="474491" y="423746"/>
                </a:lnTo>
                <a:lnTo>
                  <a:pt x="0" y="4237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A337661-D11B-DB72-98CA-BFE4AB7682C3}"/>
              </a:ext>
            </a:extLst>
          </p:cNvPr>
          <p:cNvSpPr/>
          <p:nvPr/>
        </p:nvSpPr>
        <p:spPr>
          <a:xfrm rot="844515" flipH="1" flipV="1">
            <a:off x="13043650" y="6151459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8462AEA-EF4C-1EC5-66C5-295059E1FA6D}"/>
              </a:ext>
            </a:extLst>
          </p:cNvPr>
          <p:cNvSpPr/>
          <p:nvPr/>
        </p:nvSpPr>
        <p:spPr>
          <a:xfrm rot="844515" flipH="1" flipV="1">
            <a:off x="8358457" y="661605"/>
            <a:ext cx="224505" cy="826881"/>
          </a:xfrm>
          <a:custGeom>
            <a:avLst/>
            <a:gdLst/>
            <a:ahLst/>
            <a:cxnLst/>
            <a:rect l="l" t="t" r="r" b="b"/>
            <a:pathLst>
              <a:path w="224505" h="826881">
                <a:moveTo>
                  <a:pt x="224505" y="826881"/>
                </a:moveTo>
                <a:lnTo>
                  <a:pt x="0" y="826881"/>
                </a:lnTo>
                <a:lnTo>
                  <a:pt x="0" y="0"/>
                </a:lnTo>
                <a:lnTo>
                  <a:pt x="224505" y="0"/>
                </a:lnTo>
                <a:lnTo>
                  <a:pt x="224505" y="826881"/>
                </a:lnTo>
                <a:close/>
              </a:path>
            </a:pathLst>
          </a:custGeom>
          <a:blipFill>
            <a:blip r:embed="rId5"/>
            <a:stretch>
              <a:fillRect l="-677507" t="-192267" r="-45273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0177F06-D118-9899-AF25-EDFD2F7436EA}"/>
              </a:ext>
            </a:extLst>
          </p:cNvPr>
          <p:cNvSpPr/>
          <p:nvPr/>
        </p:nvSpPr>
        <p:spPr>
          <a:xfrm flipH="1">
            <a:off x="2789136" y="1671445"/>
            <a:ext cx="692510" cy="618450"/>
          </a:xfrm>
          <a:custGeom>
            <a:avLst/>
            <a:gdLst/>
            <a:ahLst/>
            <a:cxnLst/>
            <a:rect l="l" t="t" r="r" b="b"/>
            <a:pathLst>
              <a:path w="692510" h="618450">
                <a:moveTo>
                  <a:pt x="692510" y="0"/>
                </a:moveTo>
                <a:lnTo>
                  <a:pt x="0" y="0"/>
                </a:lnTo>
                <a:lnTo>
                  <a:pt x="0" y="618450"/>
                </a:lnTo>
                <a:lnTo>
                  <a:pt x="692510" y="618450"/>
                </a:lnTo>
                <a:lnTo>
                  <a:pt x="692510" y="0"/>
                </a:lnTo>
                <a:close/>
              </a:path>
            </a:pathLst>
          </a:custGeom>
          <a:blipFill>
            <a:blip r:embed="rId5"/>
            <a:stretch>
              <a:fillRect l="-141339" t="-79679" r="-24689" b="-8097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2EC9F0A-18ED-1E5B-1F70-B24A28F10A7D}"/>
              </a:ext>
            </a:extLst>
          </p:cNvPr>
          <p:cNvSpPr/>
          <p:nvPr/>
        </p:nvSpPr>
        <p:spPr>
          <a:xfrm rot="-5988675" flipH="1" flipV="1">
            <a:off x="17350443" y="4052265"/>
            <a:ext cx="722220" cy="793036"/>
          </a:xfrm>
          <a:custGeom>
            <a:avLst/>
            <a:gdLst/>
            <a:ahLst/>
            <a:cxnLst/>
            <a:rect l="l" t="t" r="r" b="b"/>
            <a:pathLst>
              <a:path w="722220" h="793036">
                <a:moveTo>
                  <a:pt x="722220" y="793036"/>
                </a:moveTo>
                <a:lnTo>
                  <a:pt x="0" y="793036"/>
                </a:lnTo>
                <a:lnTo>
                  <a:pt x="0" y="0"/>
                </a:lnTo>
                <a:lnTo>
                  <a:pt x="722220" y="0"/>
                </a:lnTo>
                <a:lnTo>
                  <a:pt x="722220" y="793036"/>
                </a:lnTo>
                <a:close/>
              </a:path>
            </a:pathLst>
          </a:custGeom>
          <a:blipFill>
            <a:blip r:embed="rId5"/>
            <a:stretch>
              <a:fillRect l="-201985" t="-192267" r="-6478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AC4D475-8FD1-3EE3-241B-36E05723CD81}"/>
              </a:ext>
            </a:extLst>
          </p:cNvPr>
          <p:cNvSpPr/>
          <p:nvPr/>
        </p:nvSpPr>
        <p:spPr>
          <a:xfrm>
            <a:off x="-2300142" y="2013364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8" y="0"/>
                </a:lnTo>
                <a:lnTo>
                  <a:pt x="3880498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9200DDE-B4A5-2A07-0782-5BB371E06B28}"/>
              </a:ext>
            </a:extLst>
          </p:cNvPr>
          <p:cNvSpPr/>
          <p:nvPr/>
        </p:nvSpPr>
        <p:spPr>
          <a:xfrm>
            <a:off x="16223557" y="8116537"/>
            <a:ext cx="3880498" cy="3686473"/>
          </a:xfrm>
          <a:custGeom>
            <a:avLst/>
            <a:gdLst/>
            <a:ahLst/>
            <a:cxnLst/>
            <a:rect l="l" t="t" r="r" b="b"/>
            <a:pathLst>
              <a:path w="3880498" h="3686473">
                <a:moveTo>
                  <a:pt x="0" y="0"/>
                </a:moveTo>
                <a:lnTo>
                  <a:pt x="3880497" y="0"/>
                </a:lnTo>
                <a:lnTo>
                  <a:pt x="3880497" y="3686473"/>
                </a:lnTo>
                <a:lnTo>
                  <a:pt x="0" y="368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50CCF28-4B3B-48B9-66F0-6D87E98EF5BF}"/>
              </a:ext>
            </a:extLst>
          </p:cNvPr>
          <p:cNvSpPr/>
          <p:nvPr/>
        </p:nvSpPr>
        <p:spPr>
          <a:xfrm>
            <a:off x="300365" y="812756"/>
            <a:ext cx="1456670" cy="1052444"/>
          </a:xfrm>
          <a:custGeom>
            <a:avLst/>
            <a:gdLst/>
            <a:ahLst/>
            <a:cxnLst/>
            <a:rect l="l" t="t" r="r" b="b"/>
            <a:pathLst>
              <a:path w="1456670" h="1052444">
                <a:moveTo>
                  <a:pt x="0" y="0"/>
                </a:moveTo>
                <a:lnTo>
                  <a:pt x="1456670" y="0"/>
                </a:lnTo>
                <a:lnTo>
                  <a:pt x="1456670" y="1052444"/>
                </a:lnTo>
                <a:lnTo>
                  <a:pt x="0" y="1052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D69690F-0E03-A9C8-4F3E-EF44B1547BAD}"/>
              </a:ext>
            </a:extLst>
          </p:cNvPr>
          <p:cNvSpPr/>
          <p:nvPr/>
        </p:nvSpPr>
        <p:spPr>
          <a:xfrm>
            <a:off x="315309" y="4823124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2"/>
                </a:lnTo>
                <a:lnTo>
                  <a:pt x="0" y="2970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513391C-24C4-3100-C71B-069CEF65C612}"/>
              </a:ext>
            </a:extLst>
          </p:cNvPr>
          <p:cNvSpPr txBox="1"/>
          <p:nvPr/>
        </p:nvSpPr>
        <p:spPr>
          <a:xfrm>
            <a:off x="846630" y="5797427"/>
            <a:ext cx="4746906" cy="136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bg-BG" sz="3999" dirty="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По-лесен избор на професия</a:t>
            </a:r>
            <a:endParaRPr lang="en-US" sz="3999" dirty="0">
              <a:solidFill>
                <a:srgbClr val="FFFFFF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7E83FD4-EE9C-DBDF-5D59-3BB2E427A569}"/>
              </a:ext>
            </a:extLst>
          </p:cNvPr>
          <p:cNvSpPr/>
          <p:nvPr/>
        </p:nvSpPr>
        <p:spPr>
          <a:xfrm>
            <a:off x="6335878" y="4822368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2"/>
                </a:lnTo>
                <a:lnTo>
                  <a:pt x="0" y="2970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9003C7B-CBF7-E17A-BCF4-2BD3ED23A773}"/>
              </a:ext>
            </a:extLst>
          </p:cNvPr>
          <p:cNvSpPr txBox="1"/>
          <p:nvPr/>
        </p:nvSpPr>
        <p:spPr>
          <a:xfrm>
            <a:off x="6510429" y="5650025"/>
            <a:ext cx="5401564" cy="136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bg-BG" sz="3999" dirty="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По-успешно кандидатстване</a:t>
            </a:r>
            <a:endParaRPr lang="en-US" sz="3999" dirty="0">
              <a:solidFill>
                <a:srgbClr val="FFFFFF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80D38CA-596E-1B66-8F47-31F44CE78B69}"/>
              </a:ext>
            </a:extLst>
          </p:cNvPr>
          <p:cNvSpPr txBox="1"/>
          <p:nvPr/>
        </p:nvSpPr>
        <p:spPr>
          <a:xfrm>
            <a:off x="31607" y="380127"/>
            <a:ext cx="18288000" cy="1606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bg-BG" sz="9999" dirty="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Препоръчани</a:t>
            </a:r>
            <a:endParaRPr lang="en-US" sz="9999" dirty="0">
              <a:solidFill>
                <a:srgbClr val="FFFFFF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195A11B0-7793-2AB7-C860-44A5FECAEE63}"/>
              </a:ext>
            </a:extLst>
          </p:cNvPr>
          <p:cNvSpPr txBox="1"/>
          <p:nvPr/>
        </p:nvSpPr>
        <p:spPr>
          <a:xfrm>
            <a:off x="3133407" y="1789000"/>
            <a:ext cx="12021187" cy="48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bg-BG" sz="3000" dirty="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Работни места в зависимост от уменията</a:t>
            </a:r>
            <a:endParaRPr lang="en-US" sz="3000" dirty="0">
              <a:solidFill>
                <a:srgbClr val="FFFFFF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  <p:sp>
        <p:nvSpPr>
          <p:cNvPr id="19" name="Freeform 15">
            <a:extLst>
              <a:ext uri="{FF2B5EF4-FFF2-40B4-BE49-F238E27FC236}">
                <a16:creationId xmlns:a16="http://schemas.microsoft.com/office/drawing/2014/main" id="{8188CD1E-F374-1CC4-22A6-F7BC364B2323}"/>
              </a:ext>
            </a:extLst>
          </p:cNvPr>
          <p:cNvSpPr/>
          <p:nvPr/>
        </p:nvSpPr>
        <p:spPr>
          <a:xfrm>
            <a:off x="12354258" y="4822368"/>
            <a:ext cx="5809548" cy="2970132"/>
          </a:xfrm>
          <a:custGeom>
            <a:avLst/>
            <a:gdLst/>
            <a:ahLst/>
            <a:cxnLst/>
            <a:rect l="l" t="t" r="r" b="b"/>
            <a:pathLst>
              <a:path w="5809548" h="2970132">
                <a:moveTo>
                  <a:pt x="0" y="0"/>
                </a:moveTo>
                <a:lnTo>
                  <a:pt x="5809548" y="0"/>
                </a:lnTo>
                <a:lnTo>
                  <a:pt x="5809548" y="2970132"/>
                </a:lnTo>
                <a:lnTo>
                  <a:pt x="0" y="29701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8A54FCF6-C4A2-D086-3B1C-18D44B80F85F}"/>
              </a:ext>
            </a:extLst>
          </p:cNvPr>
          <p:cNvSpPr txBox="1"/>
          <p:nvPr/>
        </p:nvSpPr>
        <p:spPr>
          <a:xfrm>
            <a:off x="12528809" y="5650025"/>
            <a:ext cx="5401564" cy="136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bg-BG" sz="3999" dirty="0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По-добра реализация</a:t>
            </a:r>
            <a:endParaRPr lang="en-US" sz="3999" dirty="0">
              <a:solidFill>
                <a:srgbClr val="FFFFFF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</p:spTree>
    <p:extLst>
      <p:ext uri="{BB962C8B-B14F-4D97-AF65-F5344CB8AC3E}">
        <p14:creationId xmlns:p14="http://schemas.microsoft.com/office/powerpoint/2010/main" val="2751710198"/>
      </p:ext>
    </p:extLst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H="1">
            <a:off x="914400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9144000" y="0"/>
                </a:moveTo>
                <a:lnTo>
                  <a:pt x="0" y="0"/>
                </a:lnTo>
                <a:lnTo>
                  <a:pt x="0" y="9506433"/>
                </a:lnTo>
                <a:lnTo>
                  <a:pt x="9144000" y="950643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6122133" y="-565115"/>
            <a:ext cx="2274334" cy="2424193"/>
          </a:xfrm>
          <a:custGeom>
            <a:avLst/>
            <a:gdLst/>
            <a:ahLst/>
            <a:cxnLst/>
            <a:rect l="l" t="t" r="r" b="b"/>
            <a:pathLst>
              <a:path w="2274334" h="2424193">
                <a:moveTo>
                  <a:pt x="0" y="0"/>
                </a:moveTo>
                <a:lnTo>
                  <a:pt x="2274334" y="0"/>
                </a:lnTo>
                <a:lnTo>
                  <a:pt x="2274334" y="2424193"/>
                </a:lnTo>
                <a:lnTo>
                  <a:pt x="0" y="24241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2673670" y="3463285"/>
            <a:ext cx="10189709" cy="10189709"/>
          </a:xfrm>
          <a:custGeom>
            <a:avLst/>
            <a:gdLst/>
            <a:ahLst/>
            <a:cxnLst/>
            <a:rect l="l" t="t" r="r" b="b"/>
            <a:pathLst>
              <a:path w="10189709" h="10189709">
                <a:moveTo>
                  <a:pt x="0" y="0"/>
                </a:moveTo>
                <a:lnTo>
                  <a:pt x="10189708" y="0"/>
                </a:lnTo>
                <a:lnTo>
                  <a:pt x="10189708" y="10189709"/>
                </a:lnTo>
                <a:lnTo>
                  <a:pt x="0" y="101897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696505" y="3234685"/>
            <a:ext cx="12214000" cy="197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99"/>
              </a:lnSpc>
            </a:pPr>
            <a:r>
              <a:rPr lang="en-US" sz="11499">
                <a:solidFill>
                  <a:srgbClr val="FFFFFF"/>
                </a:solidFill>
                <a:latin typeface="Lazydog"/>
                <a:ea typeface="Lazydog"/>
                <a:cs typeface="Lazydog"/>
                <a:sym typeface="Lazydog"/>
              </a:rPr>
              <a:t>ДЕМОНСТРАЦИЯ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42433" y="5578965"/>
            <a:ext cx="11445567" cy="361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4"/>
              </a:lnSpc>
            </a:pPr>
            <a:r>
              <a:rPr lang="en-US" sz="5017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Test accoounts:</a:t>
            </a:r>
          </a:p>
          <a:p>
            <a:pPr algn="ctr">
              <a:lnSpc>
                <a:spcPts val="7024"/>
              </a:lnSpc>
            </a:pPr>
            <a:r>
              <a:rPr lang="en-US" sz="5017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Admin: admin@hire.com - Admin123!</a:t>
            </a:r>
          </a:p>
          <a:p>
            <a:pPr algn="ctr">
              <a:lnSpc>
                <a:spcPts val="7024"/>
              </a:lnSpc>
            </a:pPr>
            <a:r>
              <a:rPr lang="en-US" sz="5017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Employer: employer@hire.com - Employer123!</a:t>
            </a:r>
          </a:p>
          <a:p>
            <a:pPr algn="ctr">
              <a:lnSpc>
                <a:spcPts val="7024"/>
              </a:lnSpc>
            </a:pPr>
            <a:r>
              <a:rPr lang="en-US" sz="5017">
                <a:solidFill>
                  <a:srgbClr val="FFFFFF"/>
                </a:solidFill>
                <a:latin typeface="Handyman"/>
                <a:ea typeface="Handyman"/>
                <a:cs typeface="Handyman"/>
                <a:sym typeface="Handyman"/>
              </a:rPr>
              <a:t>User(Alien): alien@hire.com - Alien123!</a:t>
            </a:r>
          </a:p>
        </p:txBody>
      </p:sp>
    </p:spTree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2C62">
                <a:alpha val="100000"/>
              </a:srgbClr>
            </a:gs>
            <a:gs pos="100000">
              <a:srgbClr val="A177A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0" y="0"/>
                </a:moveTo>
                <a:lnTo>
                  <a:pt x="9144000" y="0"/>
                </a:lnTo>
                <a:lnTo>
                  <a:pt x="9144000" y="9506433"/>
                </a:lnTo>
                <a:lnTo>
                  <a:pt x="0" y="95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flipH="1">
            <a:off x="9144000" y="0"/>
            <a:ext cx="9144000" cy="9506433"/>
          </a:xfrm>
          <a:custGeom>
            <a:avLst/>
            <a:gdLst/>
            <a:ahLst/>
            <a:cxnLst/>
            <a:rect l="l" t="t" r="r" b="b"/>
            <a:pathLst>
              <a:path w="9144000" h="9506433">
                <a:moveTo>
                  <a:pt x="9144000" y="0"/>
                </a:moveTo>
                <a:lnTo>
                  <a:pt x="0" y="0"/>
                </a:lnTo>
                <a:lnTo>
                  <a:pt x="0" y="9506433"/>
                </a:lnTo>
                <a:lnTo>
                  <a:pt x="9144000" y="950643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888518" y="1686540"/>
            <a:ext cx="16510964" cy="16510964"/>
          </a:xfrm>
          <a:custGeom>
            <a:avLst/>
            <a:gdLst/>
            <a:ahLst/>
            <a:cxnLst/>
            <a:rect l="l" t="t" r="r" b="b"/>
            <a:pathLst>
              <a:path w="16510964" h="16510964">
                <a:moveTo>
                  <a:pt x="0" y="0"/>
                </a:moveTo>
                <a:lnTo>
                  <a:pt x="16510964" y="0"/>
                </a:lnTo>
                <a:lnTo>
                  <a:pt x="16510964" y="16510965"/>
                </a:lnTo>
                <a:lnTo>
                  <a:pt x="0" y="16510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73273" y="1258457"/>
            <a:ext cx="16941454" cy="3138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37"/>
              </a:lnSpc>
            </a:pPr>
            <a:r>
              <a:rPr lang="en-US" sz="8598">
                <a:solidFill>
                  <a:srgbClr val="FFFFFF"/>
                </a:solidFill>
                <a:latin typeface="Adlery Pro"/>
                <a:ea typeface="Adlery Pro"/>
                <a:cs typeface="Adlery Pro"/>
                <a:sym typeface="Adlery Pro"/>
              </a:rPr>
              <a:t>БЛАГОДАРИМ ЗА ВНИМАНИЕТО!</a:t>
            </a: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301</Words>
  <Application>Microsoft Office PowerPoint</Application>
  <PresentationFormat>Custom</PresentationFormat>
  <Paragraphs>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Adigiana Toybox Bold</vt:lpstr>
      <vt:lpstr>Handyman</vt:lpstr>
      <vt:lpstr>Arial</vt:lpstr>
      <vt:lpstr>Adlery Pro</vt:lpstr>
      <vt:lpstr>Lazydog</vt:lpstr>
      <vt:lpstr>Intro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StarHire</dc:title>
  <cp:lastModifiedBy>Иван Митев</cp:lastModifiedBy>
  <cp:revision>2</cp:revision>
  <dcterms:created xsi:type="dcterms:W3CDTF">2006-08-16T00:00:00Z</dcterms:created>
  <dcterms:modified xsi:type="dcterms:W3CDTF">2026-04-04T21:30:16Z</dcterms:modified>
  <dc:identifier>DAHB-oEyK8A</dc:identifier>
</cp:coreProperties>
</file>