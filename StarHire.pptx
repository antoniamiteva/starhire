
<file path=[Content_Types].xml><?xml version="1.0" encoding="utf-8"?>
<Types xmlns="http://schemas.openxmlformats.org/package/2006/content-types">
  <Default ContentType="application/x-fontdata" Extension="fntdata"/>
  <Default ContentType="image/jpeg" Extension="jpeg"/>
  <Default ContentType="image/png" Extension="png"/>
  <Default ContentType="application/vnd.openxmlformats-package.relationships+xml" Extension="rels"/>
  <Default ContentType="image/svg+xml" Extension="svg"/>
  <Default ContentType="application/xml" Extension="xml"/>
  <Override ContentType="application/vnd.openxmlformats-officedocument.extended-properties+xml" PartName="/docProps/app.xml"/>
  <Override ContentType="application/vnd.openxmlformats-package.core-properties+xml" PartName="/docProps/core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11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1.xml"/>
  <Override ContentType="application/vnd.openxmlformats-officedocument.presentationml.slide+xml" PartName="/ppt/slides/slide2.xml"/>
  <Override ContentType="application/vnd.openxmlformats-officedocument.presentationml.slide+xml" PartName="/ppt/slides/slide3.xml"/>
  <Override ContentType="application/vnd.openxmlformats-officedocument.presentationml.slide+xml" PartName="/ppt/slides/slide4.xml"/>
  <Override ContentType="application/vnd.openxmlformats-officedocument.presentationml.slide+xml" PartName="/ppt/slides/slide5.xml"/>
  <Override ContentType="application/vnd.openxmlformats-officedocument.presentationml.slide+xml" PartName="/ppt/slides/slide6.xml"/>
  <Override ContentType="application/vnd.openxmlformats-officedocument.presentationml.slide+xml" PartName="/ppt/slides/slide7.xml"/>
  <Override ContentType="application/vnd.openxmlformats-officedocument.presentationml.slide+xml" PartName="/ppt/slides/slide8.xml"/>
  <Override ContentType="application/vnd.openxmlformats-officedocument.presentationml.slide+xml" PartName="/ppt/slides/slide9.xml"/>
  <Override ContentType="application/vnd.openxmlformats-officedocument.presentationml.slide+xml" PartName="/ppt/slides/slide10.xml"/>
  <Override ContentType="application/vnd.openxmlformats-officedocument.presentationml.slide+xml" PartName="/ppt/slides/slide11.xml"/>
  <Override ContentType="application/vnd.openxmlformats-officedocument.presentationml.slide+xml" PartName="/ppt/slides/slide12.xml"/>
  <Override ContentType="application/vnd.openxmlformats-officedocument.presentationml.slide+xml" PartName="/ppt/slides/slide13.xml"/>
  <Override ContentType="application/vnd.openxmlformats-officedocument.presentationml.slide+xml" PartName="/ppt/slides/slide14.xml"/>
  <Override ContentType="application/vnd.openxmlformats-officedocument.presentationml.slide+xml" PartName="/ppt/slides/slide15.xml"/>
  <Override ContentType="application/vnd.openxmlformats-officedocument.presentationml.tableStyles+xml" PartName="/ppt/tableStyles.xml"/>
  <Override ContentType="application/vnd.openxmlformats-officedocument.theme+xml" PartName="/ppt/theme/theme1.xml"/>
  <Override ContentType="application/vnd.openxmlformats-officedocument.presentationml.viewProps+xml" PartName="/ppt/viewProps.xml"/>
</Types>
</file>

<file path=_rels/.rels><?xml version="1.0" encoding="UTF-8" standalone="yes"?><Relationships xmlns="http://schemas.openxmlformats.org/package/2006/relationships"><Relationship Id="rId1" Target="ppt/presentation.xml" Type="http://schemas.openxmlformats.org/officeDocument/2006/relationships/officeDocument"/><Relationship Id="rId2" Target="docProps/thumbnail.jpeg" Type="http://schemas.openxmlformats.org/package/2006/relationships/metadata/thumbnail"/><Relationship Id="rId3" Target="docProps/core.xml" Type="http://schemas.openxmlformats.org/package/2006/relationships/metadata/core-properties"/><Relationship Id="rId4" Target="docProps/app.xml" Type="http://schemas.openxmlformats.org/officeDocument/2006/relationships/extended-properties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embedTrueTypeFonts="true">
  <p:sldMasterIdLst>
    <p:sldMasterId id="2147483648" r:id="rId1"/>
  </p:sld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  <p:sldId id="265" r:id="rId15"/>
    <p:sldId id="266" r:id="rId16"/>
    <p:sldId id="267" r:id="rId17"/>
    <p:sldId id="268" r:id="rId18"/>
    <p:sldId id="269" r:id="rId19"/>
    <p:sldId id="270" r:id="rId20"/>
  </p:sldIdLst>
  <p:sldSz cx="18288000" cy="10287000"/>
  <p:notesSz cx="6858000" cy="9144000"/>
  <p:embeddedFontLst>
    <p:embeddedFont>
      <p:font typeface="Adlery Pro" charset="1" panose="00000000000000000000"/>
      <p:regular r:id="rId21"/>
    </p:embeddedFont>
    <p:embeddedFont>
      <p:font typeface="Lazydog" charset="1" panose="00000000000000000000"/>
      <p:regular r:id="rId22"/>
    </p:embeddedFont>
    <p:embeddedFont>
      <p:font typeface="Handyman" charset="1" panose="00000000000000000000"/>
      <p:regular r:id="rId23"/>
    </p:embeddedFont>
    <p:embeddedFont>
      <p:font typeface="Intro" charset="1" panose="02000000000000000000"/>
      <p:regular r:id="rId24"/>
    </p:embeddedFont>
    <p:embeddedFont>
      <p:font typeface="Adigiana Toybox Bold" charset="1" panose="02000500000000000000"/>
      <p:regular r:id="rId25"/>
    </p:embeddedFont>
  </p:embeddedFontLst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 autoAdjust="0"/>
    <p:restoredTop sz="94622" autoAdjust="0"/>
  </p:normalViewPr>
  <p:slideViewPr>
    <p:cSldViewPr>
      <p:cViewPr varScale="1">
        <p:scale>
          <a:sx n="74" d="100"/>
          <a:sy n="74" d="100"/>
        </p:scale>
        <p:origin x="-1092" y="-90"/>
      </p:cViewPr>
      <p:guideLst>
        <p:guide orient="horz" pos="2160"/>
        <p:guide pos="2880"/>
      </p:guideLst>
    </p:cSldViewPr>
  </p:slideViewPr>
  <p:outlineViewPr>
    <p:cViewPr>
      <p:scale>
        <a:sx n="33" d="100"/>
        <a:sy n="33" d="100"/>
      </p:scale>
      <p:origin x="0" y="0"/>
    </p:cViewPr>
  </p:outlin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"1.0" encoding="UTF-8" standalone="yes"?><Relationships xmlns="http://schemas.openxmlformats.org/package/2006/relationships"><Relationship Id="rId1" Target="slideMasters/slideMaster1.xml" Type="http://schemas.openxmlformats.org/officeDocument/2006/relationships/slideMaster"/><Relationship Id="rId10" Target="slides/slide5.xml" Type="http://schemas.openxmlformats.org/officeDocument/2006/relationships/slide"/><Relationship Id="rId11" Target="slides/slide6.xml" Type="http://schemas.openxmlformats.org/officeDocument/2006/relationships/slide"/><Relationship Id="rId12" Target="slides/slide7.xml" Type="http://schemas.openxmlformats.org/officeDocument/2006/relationships/slide"/><Relationship Id="rId13" Target="slides/slide8.xml" Type="http://schemas.openxmlformats.org/officeDocument/2006/relationships/slide"/><Relationship Id="rId14" Target="slides/slide9.xml" Type="http://schemas.openxmlformats.org/officeDocument/2006/relationships/slide"/><Relationship Id="rId15" Target="slides/slide10.xml" Type="http://schemas.openxmlformats.org/officeDocument/2006/relationships/slide"/><Relationship Id="rId16" Target="slides/slide11.xml" Type="http://schemas.openxmlformats.org/officeDocument/2006/relationships/slide"/><Relationship Id="rId17" Target="slides/slide12.xml" Type="http://schemas.openxmlformats.org/officeDocument/2006/relationships/slide"/><Relationship Id="rId18" Target="slides/slide13.xml" Type="http://schemas.openxmlformats.org/officeDocument/2006/relationships/slide"/><Relationship Id="rId19" Target="slides/slide14.xml" Type="http://schemas.openxmlformats.org/officeDocument/2006/relationships/slide"/><Relationship Id="rId2" Target="presProps.xml" Type="http://schemas.openxmlformats.org/officeDocument/2006/relationships/presProps"/><Relationship Id="rId20" Target="slides/slide15.xml" Type="http://schemas.openxmlformats.org/officeDocument/2006/relationships/slide"/><Relationship Id="rId21" Target="fonts/font21.fntdata" Type="http://schemas.openxmlformats.org/officeDocument/2006/relationships/font"/><Relationship Id="rId22" Target="fonts/font22.fntdata" Type="http://schemas.openxmlformats.org/officeDocument/2006/relationships/font"/><Relationship Id="rId23" Target="fonts/font23.fntdata" Type="http://schemas.openxmlformats.org/officeDocument/2006/relationships/font"/><Relationship Id="rId24" Target="fonts/font24.fntdata" Type="http://schemas.openxmlformats.org/officeDocument/2006/relationships/font"/><Relationship Id="rId25" Target="fonts/font25.fntdata" Type="http://schemas.openxmlformats.org/officeDocument/2006/relationships/font"/><Relationship Id="rId3" Target="viewProps.xml" Type="http://schemas.openxmlformats.org/officeDocument/2006/relationships/viewProps"/><Relationship Id="rId4" Target="theme/theme1.xml" Type="http://schemas.openxmlformats.org/officeDocument/2006/relationships/theme"/><Relationship Id="rId5" Target="tableStyles.xml" Type="http://schemas.openxmlformats.org/officeDocument/2006/relationships/tableStyles"/><Relationship Id="rId6" Target="slides/slide1.xml" Type="http://schemas.openxmlformats.org/officeDocument/2006/relationships/slide"/><Relationship Id="rId7" Target="slides/slide2.xml" Type="http://schemas.openxmlformats.org/officeDocument/2006/relationships/slide"/><Relationship Id="rId8" Target="slides/slide3.xml" Type="http://schemas.openxmlformats.org/officeDocument/2006/relationships/slide"/><Relationship Id="rId9" Target="slides/slide4.xml" Type="http://schemas.openxmlformats.org/officeDocument/2006/relationships/slide"/></Relationships>
</file>

<file path=ppt/slideLayouts/_rels/slideLayout1.xml.rels><?xml version="1.0" encoding="UTF-8" standalone="yes"?><Relationships xmlns="http://schemas.openxmlformats.org/package/2006/relationships"><Relationship Id="rId1" Target="../slideMasters/slideMaster1.xml" Type="http://schemas.openxmlformats.org/officeDocument/2006/relationships/slideMaster"/></Relationships>
</file>

<file path=ppt/slideLayouts/_rels/slideLayout2.xml.rels><?xml version="1.0" encoding="UTF-8" standalone="yes"?><Relationships xmlns="http://schemas.openxmlformats.org/package/2006/relationships"><Relationship Id="rId1" Target="../slideMasters/slideMaster1.xml" Type="http://schemas.openxmlformats.org/officeDocument/2006/relationships/slideMaster"/></Relationships>
</file>

<file path=ppt/slideLayouts/_rels/slideLayout3.xml.rels><?xml version="1.0" encoding="UTF-8" standalone="yes"?><Relationships xmlns="http://schemas.openxmlformats.org/package/2006/relationships"><Relationship Id="rId1" Target="../slideMasters/slideMaster1.xml" Type="http://schemas.openxmlformats.org/officeDocument/2006/relationships/slideMaster"/></Relationships>
</file>

<file path=ppt/slideLayouts/_rels/slideLayout4.xml.rels><?xml version="1.0" encoding="UTF-8" standalone="yes"?><Relationships xmlns="http://schemas.openxmlformats.org/package/2006/relationships"><Relationship Id="rId1" Target="../slideMasters/slideMaster1.xml" Type="http://schemas.openxmlformats.org/officeDocument/2006/relationships/slideMaster"/></Relationships>
</file>

<file path=ppt/slideLayouts/_rels/slideLayout5.xml.rels><?xml version="1.0" encoding="UTF-8" standalone="yes"?><Relationships xmlns="http://schemas.openxmlformats.org/package/2006/relationships"><Relationship Id="rId1" Target="../slideMasters/slideMaster1.xml" Type="http://schemas.openxmlformats.org/officeDocument/2006/relationships/slideMaster"/></Relationships>
</file>

<file path=ppt/slideLayouts/_rels/slideLayout6.xml.rels><?xml version="1.0" encoding="UTF-8" standalone="yes"?><Relationships xmlns="http://schemas.openxmlformats.org/package/2006/relationships"><Relationship Id="rId1" Target="../slideMasters/slideMaster1.xml" Type="http://schemas.openxmlformats.org/officeDocument/2006/relationships/slideMaster"/></Relationships>
</file>

<file path=ppt/slideLayouts/_rels/slideLayout7.xml.rels><?xml version="1.0" encoding="UTF-8" standalone="yes"?><Relationships xmlns="http://schemas.openxmlformats.org/package/2006/relationships"><Relationship Id="rId1" Target="../slideMasters/slideMaster1.xml" Type="http://schemas.openxmlformats.org/officeDocument/2006/relationships/slideMaster"/></Relationships>
</file>

<file path=ppt/slideLayouts/_rels/slideLayout8.xml.rels><?xml version="1.0" encoding="UTF-8" standalone="yes"?><Relationships xmlns="http://schemas.openxmlformats.org/package/2006/relationships"><Relationship Id="rId1" Target="../slideMasters/slideMaster1.xml" Type="http://schemas.openxmlformats.org/officeDocument/2006/relationships/slideMaster"/></Relationships>
</file>

<file path=ppt/slideLayouts/_rels/slideLayout9.xml.rels><?xml version="1.0" encoding="UTF-8" standalone="yes"?><Relationships xmlns="http://schemas.openxmlformats.org/package/2006/relationships"><Relationship Id="rId1" Target="../slideMasters/slideMaster1.xml" Type="http://schemas.openxmlformats.org/officeDocument/2006/relationships/slideMaster"/></Relationships>
</file>

<file path=ppt/slideLayouts/_rels/slideLayout10.xml.rels><?xml version="1.0" encoding="UTF-8" standalone="yes"?><Relationships xmlns="http://schemas.openxmlformats.org/package/2006/relationships"><Relationship Id="rId1" Target="../slideMasters/slideMaster1.xml" Type="http://schemas.openxmlformats.org/officeDocument/2006/relationships/slideMaster"/></Relationships>
</file>

<file path=ppt/slideLayouts/_rels/slideLayout11.xml.rels><?xml version="1.0" encoding="UTF-8" standalone="yes"?><Relationships xmlns="http://schemas.openxmlformats.org/package/2006/relationships"><Relationship Id="rId1" Target="../slideMasters/slideMaster1.xml" Type="http://schemas.openxmlformats.org/officeDocument/2006/relationships/slideMaster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8/1/2011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8/1/2011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8/1/2011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8/1/2011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8/1/2011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8/1/2011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8/1/2011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8/1/2011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8/1/2011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8/1/2011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8/1/2011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Masters/_rels/slideMaster1.xml.rels><?xml version="1.0" encoding="UTF-8" standalone="yes"?><Relationships xmlns="http://schemas.openxmlformats.org/package/2006/relationships"><Relationship Id="rId1" Target="../slideLayouts/slideLayout1.xml" Type="http://schemas.openxmlformats.org/officeDocument/2006/relationships/slideLayout"/><Relationship Id="rId10" Target="../slideLayouts/slideLayout10.xml" Type="http://schemas.openxmlformats.org/officeDocument/2006/relationships/slideLayout"/><Relationship Id="rId11" Target="../slideLayouts/slideLayout11.xml" Type="http://schemas.openxmlformats.org/officeDocument/2006/relationships/slideLayout"/><Relationship Id="rId12" Target="../theme/theme1.xml" Type="http://schemas.openxmlformats.org/officeDocument/2006/relationships/theme"/><Relationship Id="rId2" Target="../slideLayouts/slideLayout2.xml" Type="http://schemas.openxmlformats.org/officeDocument/2006/relationships/slideLayout"/><Relationship Id="rId3" Target="../slideLayouts/slideLayout3.xml" Type="http://schemas.openxmlformats.org/officeDocument/2006/relationships/slideLayout"/><Relationship Id="rId4" Target="../slideLayouts/slideLayout4.xml" Type="http://schemas.openxmlformats.org/officeDocument/2006/relationships/slideLayout"/><Relationship Id="rId5" Target="../slideLayouts/slideLayout5.xml" Type="http://schemas.openxmlformats.org/officeDocument/2006/relationships/slideLayout"/><Relationship Id="rId6" Target="../slideLayouts/slideLayout6.xml" Type="http://schemas.openxmlformats.org/officeDocument/2006/relationships/slideLayout"/><Relationship Id="rId7" Target="../slideLayouts/slideLayout7.xml" Type="http://schemas.openxmlformats.org/officeDocument/2006/relationships/slideLayout"/><Relationship Id="rId8" Target="../slideLayouts/slideLayout8.xml" Type="http://schemas.openxmlformats.org/officeDocument/2006/relationships/slideLayout"/><Relationship Id="rId9" Target="../slideLayouts/slideLayout9.xml" Type="http://schemas.openxmlformats.org/officeDocument/2006/relationships/slideLayout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1D8BD707-D9CF-40AE-B4C6-C98DA3205C09}" type="datetimeFigureOut">
              <a:rPr lang="en-US" smtClean="0"/>
              <a:pPr/>
              <a:t>8/1/2011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<Relationships xmlns="http://schemas.openxmlformats.org/package/2006/relationships"><Relationship Id="rId1" Target="../slideLayouts/slideLayout7.xml" Type="http://schemas.openxmlformats.org/officeDocument/2006/relationships/slideLayout"/><Relationship Id="rId10" Target="../media/image9.svg" Type="http://schemas.openxmlformats.org/officeDocument/2006/relationships/image"/><Relationship Id="rId11" Target="../media/image10.png" Type="http://schemas.openxmlformats.org/officeDocument/2006/relationships/image"/><Relationship Id="rId2" Target="../media/image1.png" Type="http://schemas.openxmlformats.org/officeDocument/2006/relationships/image"/><Relationship Id="rId3" Target="../media/image2.png" Type="http://schemas.openxmlformats.org/officeDocument/2006/relationships/image"/><Relationship Id="rId4" Target="../media/image3.svg" Type="http://schemas.openxmlformats.org/officeDocument/2006/relationships/image"/><Relationship Id="rId5" Target="../media/image4.png" Type="http://schemas.openxmlformats.org/officeDocument/2006/relationships/image"/><Relationship Id="rId6" Target="../media/image5.svg" Type="http://schemas.openxmlformats.org/officeDocument/2006/relationships/image"/><Relationship Id="rId7" Target="../media/image6.png" Type="http://schemas.openxmlformats.org/officeDocument/2006/relationships/image"/><Relationship Id="rId8" Target="../media/image7.svg" Type="http://schemas.openxmlformats.org/officeDocument/2006/relationships/image"/><Relationship Id="rId9" Target="../media/image8.png" Type="http://schemas.openxmlformats.org/officeDocument/2006/relationships/image"/></Relationships>
</file>

<file path=ppt/slides/_rels/slide2.xml.rels><?xml version="1.0" encoding="UTF-8" standalone="yes"?><Relationships xmlns="http://schemas.openxmlformats.org/package/2006/relationships"><Relationship Id="rId1" Target="../slideLayouts/slideLayout7.xml" Type="http://schemas.openxmlformats.org/officeDocument/2006/relationships/slideLayout"/><Relationship Id="rId10" Target="../media/image17.png" Type="http://schemas.openxmlformats.org/officeDocument/2006/relationships/image"/><Relationship Id="rId11" Target="../media/image18.svg" Type="http://schemas.openxmlformats.org/officeDocument/2006/relationships/image"/><Relationship Id="rId12" Target="../media/image19.png" Type="http://schemas.openxmlformats.org/officeDocument/2006/relationships/image"/><Relationship Id="rId13" Target="../media/image20.svg" Type="http://schemas.openxmlformats.org/officeDocument/2006/relationships/image"/><Relationship Id="rId14" Target="../media/image21.png" Type="http://schemas.openxmlformats.org/officeDocument/2006/relationships/image"/><Relationship Id="rId15" Target="../media/image22.png" Type="http://schemas.openxmlformats.org/officeDocument/2006/relationships/image"/><Relationship Id="rId16" Target="../media/image23.png" Type="http://schemas.openxmlformats.org/officeDocument/2006/relationships/image"/><Relationship Id="rId17" Target="../media/image24.png" Type="http://schemas.openxmlformats.org/officeDocument/2006/relationships/image"/><Relationship Id="rId18" Target="../media/image25.png" Type="http://schemas.openxmlformats.org/officeDocument/2006/relationships/image"/><Relationship Id="rId19" Target="../media/image26.png" Type="http://schemas.openxmlformats.org/officeDocument/2006/relationships/image"/><Relationship Id="rId2" Target="../media/image1.png" Type="http://schemas.openxmlformats.org/officeDocument/2006/relationships/image"/><Relationship Id="rId20" Target="../media/image27.png" Type="http://schemas.openxmlformats.org/officeDocument/2006/relationships/image"/><Relationship Id="rId3" Target="../media/image11.png" Type="http://schemas.openxmlformats.org/officeDocument/2006/relationships/image"/><Relationship Id="rId4" Target="../media/image10.png" Type="http://schemas.openxmlformats.org/officeDocument/2006/relationships/image"/><Relationship Id="rId5" Target="../media/image12.png" Type="http://schemas.openxmlformats.org/officeDocument/2006/relationships/image"/><Relationship Id="rId6" Target="../media/image13.png" Type="http://schemas.openxmlformats.org/officeDocument/2006/relationships/image"/><Relationship Id="rId7" Target="../media/image14.png" Type="http://schemas.openxmlformats.org/officeDocument/2006/relationships/image"/><Relationship Id="rId8" Target="../media/image15.png" Type="http://schemas.openxmlformats.org/officeDocument/2006/relationships/image"/><Relationship Id="rId9" Target="../media/image16.svg" Type="http://schemas.openxmlformats.org/officeDocument/2006/relationships/image"/></Relationships>
</file>

<file path=ppt/slides/_rels/slide3.xml.rels><?xml version="1.0" encoding="UTF-8" standalone="yes"?><Relationships xmlns="http://schemas.openxmlformats.org/package/2006/relationships"><Relationship Id="rId1" Target="../slideLayouts/slideLayout7.xml" Type="http://schemas.openxmlformats.org/officeDocument/2006/relationships/slideLayout"/><Relationship Id="rId2" Target="../media/image1.png" Type="http://schemas.openxmlformats.org/officeDocument/2006/relationships/image"/><Relationship Id="rId3" Target="../media/image8.png" Type="http://schemas.openxmlformats.org/officeDocument/2006/relationships/image"/><Relationship Id="rId4" Target="../media/image9.svg" Type="http://schemas.openxmlformats.org/officeDocument/2006/relationships/image"/><Relationship Id="rId5" Target="../media/image28.png" Type="http://schemas.openxmlformats.org/officeDocument/2006/relationships/image"/><Relationship Id="rId6" Target="../media/image29.svg" Type="http://schemas.openxmlformats.org/officeDocument/2006/relationships/image"/><Relationship Id="rId7" Target="../media/image30.png" Type="http://schemas.openxmlformats.org/officeDocument/2006/relationships/image"/></Relationships>
</file>

<file path=ppt/slides/_rels/slide4.xml.rels><?xml version="1.0" encoding="UTF-8" standalone="yes"?><Relationships xmlns="http://schemas.openxmlformats.org/package/2006/relationships"><Relationship Id="rId1" Target="../slideLayouts/slideLayout7.xml" Type="http://schemas.openxmlformats.org/officeDocument/2006/relationships/slideLayout"/><Relationship Id="rId10" Target="../media/image37.png" Type="http://schemas.openxmlformats.org/officeDocument/2006/relationships/image"/><Relationship Id="rId11" Target="../media/image38.png" Type="http://schemas.openxmlformats.org/officeDocument/2006/relationships/image"/><Relationship Id="rId12" Target="../media/image39.png" Type="http://schemas.openxmlformats.org/officeDocument/2006/relationships/image"/><Relationship Id="rId13" Target="../media/image40.png" Type="http://schemas.openxmlformats.org/officeDocument/2006/relationships/image"/><Relationship Id="rId14" Target="../media/image41.svg" Type="http://schemas.openxmlformats.org/officeDocument/2006/relationships/image"/><Relationship Id="rId2" Target="../media/image1.png" Type="http://schemas.openxmlformats.org/officeDocument/2006/relationships/image"/><Relationship Id="rId3" Target="../media/image10.png" Type="http://schemas.openxmlformats.org/officeDocument/2006/relationships/image"/><Relationship Id="rId4" Target="../media/image31.png" Type="http://schemas.openxmlformats.org/officeDocument/2006/relationships/image"/><Relationship Id="rId5" Target="../media/image32.svg" Type="http://schemas.openxmlformats.org/officeDocument/2006/relationships/image"/><Relationship Id="rId6" Target="../media/image33.png" Type="http://schemas.openxmlformats.org/officeDocument/2006/relationships/image"/><Relationship Id="rId7" Target="../media/image34.svg" Type="http://schemas.openxmlformats.org/officeDocument/2006/relationships/image"/><Relationship Id="rId8" Target="../media/image35.png" Type="http://schemas.openxmlformats.org/officeDocument/2006/relationships/image"/><Relationship Id="rId9" Target="../media/image36.png" Type="http://schemas.openxmlformats.org/officeDocument/2006/relationships/image"/></Relationships>
</file>

<file path=ppt/slides/_rels/slide5.xml.rels><?xml version="1.0" encoding="UTF-8" standalone="yes"?><Relationships xmlns="http://schemas.openxmlformats.org/package/2006/relationships"><Relationship Id="rId1" Target="../slideLayouts/slideLayout7.xml" Type="http://schemas.openxmlformats.org/officeDocument/2006/relationships/slideLayout"/><Relationship Id="rId10" Target="../media/image9.svg" Type="http://schemas.openxmlformats.org/officeDocument/2006/relationships/image"/><Relationship Id="rId2" Target="../media/image1.png" Type="http://schemas.openxmlformats.org/officeDocument/2006/relationships/image"/><Relationship Id="rId3" Target="../media/image42.png" Type="http://schemas.openxmlformats.org/officeDocument/2006/relationships/image"/><Relationship Id="rId4" Target="../media/image43.svg" Type="http://schemas.openxmlformats.org/officeDocument/2006/relationships/image"/><Relationship Id="rId5" Target="../media/image6.png" Type="http://schemas.openxmlformats.org/officeDocument/2006/relationships/image"/><Relationship Id="rId6" Target="../media/image7.svg" Type="http://schemas.openxmlformats.org/officeDocument/2006/relationships/image"/><Relationship Id="rId7" Target="../media/image44.png" Type="http://schemas.openxmlformats.org/officeDocument/2006/relationships/image"/><Relationship Id="rId8" Target="../media/image45.svg" Type="http://schemas.openxmlformats.org/officeDocument/2006/relationships/image"/><Relationship Id="rId9" Target="../media/image8.png" Type="http://schemas.openxmlformats.org/officeDocument/2006/relationships/image"/></Relationships>
</file>

<file path=ppt/slides/_rels/slide6.xml.rels><?xml version="1.0" encoding="UTF-8" standalone="yes"?><Relationships xmlns="http://schemas.openxmlformats.org/package/2006/relationships"><Relationship Id="rId1" Target="../slideLayouts/slideLayout7.xml" Type="http://schemas.openxmlformats.org/officeDocument/2006/relationships/slideLayout"/><Relationship Id="rId2" Target="../media/image1.png" Type="http://schemas.openxmlformats.org/officeDocument/2006/relationships/image"/><Relationship Id="rId3" Target="../media/image46.png" Type="http://schemas.openxmlformats.org/officeDocument/2006/relationships/image"/><Relationship Id="rId4" Target="../media/image47.svg" Type="http://schemas.openxmlformats.org/officeDocument/2006/relationships/image"/><Relationship Id="rId5" Target="../media/image48.png" Type="http://schemas.openxmlformats.org/officeDocument/2006/relationships/image"/><Relationship Id="rId6" Target="../media/image49.svg" Type="http://schemas.openxmlformats.org/officeDocument/2006/relationships/image"/><Relationship Id="rId7" Target="../media/image10.png" Type="http://schemas.openxmlformats.org/officeDocument/2006/relationships/image"/><Relationship Id="rId8" Target="../media/image50.png" Type="http://schemas.openxmlformats.org/officeDocument/2006/relationships/image"/><Relationship Id="rId9" Target="../media/image51.png" Type="http://schemas.openxmlformats.org/officeDocument/2006/relationships/image"/></Relationships>
</file>

<file path=ppt/slides/_rels/slide7.xml.rels><?xml version="1.0" encoding="UTF-8" standalone="yes"?><Relationships xmlns="http://schemas.openxmlformats.org/package/2006/relationships"><Relationship Id="rId1" Target="../slideLayouts/slideLayout7.xml" Type="http://schemas.openxmlformats.org/officeDocument/2006/relationships/slideLayout"/><Relationship Id="rId2" Target="../media/image1.png" Type="http://schemas.openxmlformats.org/officeDocument/2006/relationships/image"/><Relationship Id="rId3" Target="../media/image46.png" Type="http://schemas.openxmlformats.org/officeDocument/2006/relationships/image"/><Relationship Id="rId4" Target="../media/image47.svg" Type="http://schemas.openxmlformats.org/officeDocument/2006/relationships/image"/><Relationship Id="rId5" Target="../media/image48.png" Type="http://schemas.openxmlformats.org/officeDocument/2006/relationships/image"/><Relationship Id="rId6" Target="../media/image49.svg" Type="http://schemas.openxmlformats.org/officeDocument/2006/relationships/image"/><Relationship Id="rId7" Target="../media/image10.png" Type="http://schemas.openxmlformats.org/officeDocument/2006/relationships/image"/><Relationship Id="rId8" Target="../media/image50.png" Type="http://schemas.openxmlformats.org/officeDocument/2006/relationships/image"/><Relationship Id="rId9" Target="../media/image51.png" Type="http://schemas.openxmlformats.org/officeDocument/2006/relationships/image"/></Relationships>
</file>

<file path=ppt/slides/_rels/slide8.xml.rels><?xml version="1.0" encoding="UTF-8" standalone="yes"?><Relationships xmlns="http://schemas.openxmlformats.org/package/2006/relationships"><Relationship Id="rId1" Target="../slideLayouts/slideLayout7.xml" Type="http://schemas.openxmlformats.org/officeDocument/2006/relationships/slideLayout"/><Relationship Id="rId2" Target="../media/image1.png" Type="http://schemas.openxmlformats.org/officeDocument/2006/relationships/image"/><Relationship Id="rId3" Target="../media/image46.png" Type="http://schemas.openxmlformats.org/officeDocument/2006/relationships/image"/><Relationship Id="rId4" Target="../media/image47.svg" Type="http://schemas.openxmlformats.org/officeDocument/2006/relationships/image"/><Relationship Id="rId5" Target="../media/image48.png" Type="http://schemas.openxmlformats.org/officeDocument/2006/relationships/image"/><Relationship Id="rId6" Target="../media/image49.svg" Type="http://schemas.openxmlformats.org/officeDocument/2006/relationships/image"/><Relationship Id="rId7" Target="../media/image10.png" Type="http://schemas.openxmlformats.org/officeDocument/2006/relationships/image"/><Relationship Id="rId8" Target="../media/image50.png" Type="http://schemas.openxmlformats.org/officeDocument/2006/relationships/image"/><Relationship Id="rId9" Target="../media/image51.png" Type="http://schemas.openxmlformats.org/officeDocument/2006/relationships/image"/></Relationships>
</file>

<file path=ppt/slides/_rels/slide9.xml.rels><?xml version="1.0" encoding="UTF-8" standalone="yes"?><Relationships xmlns="http://schemas.openxmlformats.org/package/2006/relationships"><Relationship Id="rId1" Target="../slideLayouts/slideLayout7.xml" Type="http://schemas.openxmlformats.org/officeDocument/2006/relationships/slideLayout"/><Relationship Id="rId2" Target="../media/image1.png" Type="http://schemas.openxmlformats.org/officeDocument/2006/relationships/image"/><Relationship Id="rId3" Target="../media/image4.png" Type="http://schemas.openxmlformats.org/officeDocument/2006/relationships/image"/><Relationship Id="rId4" Target="../media/image5.svg" Type="http://schemas.openxmlformats.org/officeDocument/2006/relationships/image"/><Relationship Id="rId5" Target="../media/image52.png" Type="http://schemas.openxmlformats.org/officeDocument/2006/relationships/image"/><Relationship Id="rId6" Target="../media/image53.svg" Type="http://schemas.openxmlformats.org/officeDocument/2006/relationships/image"/></Relationships>
</file>

<file path=ppt/slides/_rels/slide10.xml.rels><?xml version="1.0" encoding="UTF-8" standalone="yes"?><Relationships xmlns="http://schemas.openxmlformats.org/package/2006/relationships"><Relationship Id="rId1" Target="../slideLayouts/slideLayout7.xml" Type="http://schemas.openxmlformats.org/officeDocument/2006/relationships/slideLayout"/><Relationship Id="rId10" Target="../media/image55.png" Type="http://schemas.openxmlformats.org/officeDocument/2006/relationships/image"/><Relationship Id="rId11" Target="../media/image56.png" Type="http://schemas.openxmlformats.org/officeDocument/2006/relationships/image"/><Relationship Id="rId12" Target="../media/image57.svg" Type="http://schemas.openxmlformats.org/officeDocument/2006/relationships/image"/><Relationship Id="rId13" Target="../media/image58.png" Type="http://schemas.openxmlformats.org/officeDocument/2006/relationships/image"/><Relationship Id="rId2" Target="../media/image1.png" Type="http://schemas.openxmlformats.org/officeDocument/2006/relationships/image"/><Relationship Id="rId3" Target="../media/image42.png" Type="http://schemas.openxmlformats.org/officeDocument/2006/relationships/image"/><Relationship Id="rId4" Target="../media/image43.svg" Type="http://schemas.openxmlformats.org/officeDocument/2006/relationships/image"/><Relationship Id="rId5" Target="../media/image6.png" Type="http://schemas.openxmlformats.org/officeDocument/2006/relationships/image"/><Relationship Id="rId6" Target="../media/image7.svg" Type="http://schemas.openxmlformats.org/officeDocument/2006/relationships/image"/><Relationship Id="rId7" Target="../media/image8.png" Type="http://schemas.openxmlformats.org/officeDocument/2006/relationships/image"/><Relationship Id="rId8" Target="../media/image9.svg" Type="http://schemas.openxmlformats.org/officeDocument/2006/relationships/image"/><Relationship Id="rId9" Target="../media/image54.png" Type="http://schemas.openxmlformats.org/officeDocument/2006/relationships/image"/></Relationships>
</file>

<file path=ppt/slides/_rels/slide11.xml.rels><?xml version="1.0" encoding="UTF-8" standalone="yes"?><Relationships xmlns="http://schemas.openxmlformats.org/package/2006/relationships"><Relationship Id="rId1" Target="../slideLayouts/slideLayout7.xml" Type="http://schemas.openxmlformats.org/officeDocument/2006/relationships/slideLayout"/><Relationship Id="rId10" Target="../media/image60.png" Type="http://schemas.openxmlformats.org/officeDocument/2006/relationships/image"/><Relationship Id="rId11" Target="../media/image61.png" Type="http://schemas.openxmlformats.org/officeDocument/2006/relationships/image"/><Relationship Id="rId2" Target="../media/image1.png" Type="http://schemas.openxmlformats.org/officeDocument/2006/relationships/image"/><Relationship Id="rId3" Target="../media/image42.png" Type="http://schemas.openxmlformats.org/officeDocument/2006/relationships/image"/><Relationship Id="rId4" Target="../media/image43.svg" Type="http://schemas.openxmlformats.org/officeDocument/2006/relationships/image"/><Relationship Id="rId5" Target="../media/image6.png" Type="http://schemas.openxmlformats.org/officeDocument/2006/relationships/image"/><Relationship Id="rId6" Target="../media/image7.svg" Type="http://schemas.openxmlformats.org/officeDocument/2006/relationships/image"/><Relationship Id="rId7" Target="../media/image8.png" Type="http://schemas.openxmlformats.org/officeDocument/2006/relationships/image"/><Relationship Id="rId8" Target="../media/image9.svg" Type="http://schemas.openxmlformats.org/officeDocument/2006/relationships/image"/><Relationship Id="rId9" Target="../media/image59.png" Type="http://schemas.openxmlformats.org/officeDocument/2006/relationships/image"/></Relationships>
</file>

<file path=ppt/slides/_rels/slide12.xml.rels><?xml version="1.0" encoding="UTF-8" standalone="yes"?><Relationships xmlns="http://schemas.openxmlformats.org/package/2006/relationships"><Relationship Id="rId1" Target="../slideLayouts/slideLayout7.xml" Type="http://schemas.openxmlformats.org/officeDocument/2006/relationships/slideLayout"/><Relationship Id="rId2" Target="../media/image62.png" Type="http://schemas.openxmlformats.org/officeDocument/2006/relationships/image"/></Relationships>
</file>

<file path=ppt/slides/_rels/slide13.xml.rels><?xml version="1.0" encoding="UTF-8" standalone="yes"?><Relationships xmlns="http://schemas.openxmlformats.org/package/2006/relationships"><Relationship Id="rId1" Target="../slideLayouts/slideLayout7.xml" Type="http://schemas.openxmlformats.org/officeDocument/2006/relationships/slideLayout"/><Relationship Id="rId2" Target="../media/image1.png" Type="http://schemas.openxmlformats.org/officeDocument/2006/relationships/image"/><Relationship Id="rId3" Target="../media/image4.png" Type="http://schemas.openxmlformats.org/officeDocument/2006/relationships/image"/><Relationship Id="rId4" Target="../media/image5.svg" Type="http://schemas.openxmlformats.org/officeDocument/2006/relationships/image"/><Relationship Id="rId5" Target="../media/image8.png" Type="http://schemas.openxmlformats.org/officeDocument/2006/relationships/image"/><Relationship Id="rId6" Target="../media/image9.svg" Type="http://schemas.openxmlformats.org/officeDocument/2006/relationships/image"/></Relationships>
</file>

<file path=ppt/slides/_rels/slide14.xml.rels><?xml version="1.0" encoding="UTF-8" standalone="yes"?><Relationships xmlns="http://schemas.openxmlformats.org/package/2006/relationships"><Relationship Id="rId1" Target="../slideLayouts/slideLayout7.xml" Type="http://schemas.openxmlformats.org/officeDocument/2006/relationships/slideLayout"/><Relationship Id="rId2" Target="../media/image1.png" Type="http://schemas.openxmlformats.org/officeDocument/2006/relationships/image"/><Relationship Id="rId3" Target="../media/image63.png" Type="http://schemas.openxmlformats.org/officeDocument/2006/relationships/image"/><Relationship Id="rId4" Target="../media/image64.svg" Type="http://schemas.openxmlformats.org/officeDocument/2006/relationships/image"/><Relationship Id="rId5" Target="../media/image4.png" Type="http://schemas.openxmlformats.org/officeDocument/2006/relationships/image"/><Relationship Id="rId6" Target="../media/image5.svg" Type="http://schemas.openxmlformats.org/officeDocument/2006/relationships/image"/><Relationship Id="rId7" Target="../media/image52.png" Type="http://schemas.openxmlformats.org/officeDocument/2006/relationships/image"/><Relationship Id="rId8" Target="../media/image53.svg" Type="http://schemas.openxmlformats.org/officeDocument/2006/relationships/image"/></Relationships>
</file>

<file path=ppt/slides/_rels/slide15.xml.rels><?xml version="1.0" encoding="UTF-8" standalone="yes"?><Relationships xmlns="http://schemas.openxmlformats.org/package/2006/relationships"><Relationship Id="rId1" Target="../slideLayouts/slideLayout7.xml" Type="http://schemas.openxmlformats.org/officeDocument/2006/relationships/slideLayout"/><Relationship Id="rId2" Target="../media/image1.png" Type="http://schemas.openxmlformats.org/officeDocument/2006/relationships/image"/><Relationship Id="rId3" Target="../media/image8.png" Type="http://schemas.openxmlformats.org/officeDocument/2006/relationships/image"/><Relationship Id="rId4" Target="../media/image9.svg" Type="http://schemas.openxmlformats.org/officeDocument/2006/relationships/image"/></Relationships>
</file>

<file path=ppt/slides/slide1.xml><?xml version="1.0" encoding="utf-8"?>
<p:sld xmlns:p="http://schemas.openxmlformats.org/presentationml/2006/main" xmlns:a="http://schemas.openxmlformats.org/drawingml/2006/main" xmlns:r="http://schemas.openxmlformats.org/officeDocument/2006/relationships">
  <p:cSld>
    <p:bg>
      <p:bgPr>
        <a:gradFill rotWithShape="true">
          <a:gsLst>
            <a:gs pos="0">
              <a:srgbClr val="042C62">
                <a:alpha val="100000"/>
              </a:srgbClr>
            </a:gs>
            <a:gs pos="100000">
              <a:srgbClr val="A177AF">
                <a:alpha val="100000"/>
              </a:srgbClr>
            </a:gs>
          </a:gsLst>
          <a:lin ang="5400000"/>
        </a:gra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name="Freeform 2" id="2"/>
          <p:cNvSpPr/>
          <p:nvPr/>
        </p:nvSpPr>
        <p:spPr>
          <a:xfrm flipH="false" flipV="false" rot="0">
            <a:off x="0" y="0"/>
            <a:ext cx="9144000" cy="9506433"/>
          </a:xfrm>
          <a:custGeom>
            <a:avLst/>
            <a:gdLst/>
            <a:ahLst/>
            <a:cxnLst/>
            <a:rect r="r" b="b" t="t" l="l"/>
            <a:pathLst>
              <a:path h="9506433" w="9144000">
                <a:moveTo>
                  <a:pt x="0" y="0"/>
                </a:moveTo>
                <a:lnTo>
                  <a:pt x="9144000" y="0"/>
                </a:lnTo>
                <a:lnTo>
                  <a:pt x="9144000" y="9506433"/>
                </a:lnTo>
                <a:lnTo>
                  <a:pt x="0" y="9506433"/>
                </a:lnTo>
                <a:lnTo>
                  <a:pt x="0" y="0"/>
                </a:lnTo>
                <a:close/>
              </a:path>
            </a:pathLst>
          </a:custGeom>
          <a:blipFill>
            <a:blip r:embed="rId2"/>
            <a:stretch>
              <a:fillRect l="0" t="0" r="0" b="0"/>
            </a:stretch>
          </a:blipFill>
        </p:spPr>
      </p:sp>
      <p:sp>
        <p:nvSpPr>
          <p:cNvPr name="Freeform 3" id="3"/>
          <p:cNvSpPr/>
          <p:nvPr/>
        </p:nvSpPr>
        <p:spPr>
          <a:xfrm flipH="true" flipV="false" rot="0">
            <a:off x="9144000" y="0"/>
            <a:ext cx="9144000" cy="9506433"/>
          </a:xfrm>
          <a:custGeom>
            <a:avLst/>
            <a:gdLst/>
            <a:ahLst/>
            <a:cxnLst/>
            <a:rect r="r" b="b" t="t" l="l"/>
            <a:pathLst>
              <a:path h="9506433" w="9144000">
                <a:moveTo>
                  <a:pt x="9144000" y="0"/>
                </a:moveTo>
                <a:lnTo>
                  <a:pt x="0" y="0"/>
                </a:lnTo>
                <a:lnTo>
                  <a:pt x="0" y="9506433"/>
                </a:lnTo>
                <a:lnTo>
                  <a:pt x="9144000" y="9506433"/>
                </a:lnTo>
                <a:lnTo>
                  <a:pt x="9144000" y="0"/>
                </a:lnTo>
                <a:close/>
              </a:path>
            </a:pathLst>
          </a:custGeom>
          <a:blipFill>
            <a:blip r:embed="rId2"/>
            <a:stretch>
              <a:fillRect l="0" t="0" r="0" b="0"/>
            </a:stretch>
          </a:blipFill>
        </p:spPr>
      </p:sp>
      <p:sp>
        <p:nvSpPr>
          <p:cNvPr name="Freeform 4" id="4"/>
          <p:cNvSpPr/>
          <p:nvPr/>
        </p:nvSpPr>
        <p:spPr>
          <a:xfrm flipH="false" flipV="false" rot="0">
            <a:off x="388870" y="276763"/>
            <a:ext cx="1279660" cy="1503874"/>
          </a:xfrm>
          <a:custGeom>
            <a:avLst/>
            <a:gdLst/>
            <a:ahLst/>
            <a:cxnLst/>
            <a:rect r="r" b="b" t="t" l="l"/>
            <a:pathLst>
              <a:path h="1503874" w="1279660">
                <a:moveTo>
                  <a:pt x="0" y="0"/>
                </a:moveTo>
                <a:lnTo>
                  <a:pt x="1279660" y="0"/>
                </a:lnTo>
                <a:lnTo>
                  <a:pt x="1279660" y="1503874"/>
                </a:lnTo>
                <a:lnTo>
                  <a:pt x="0" y="1503874"/>
                </a:lnTo>
                <a:lnTo>
                  <a:pt x="0" y="0"/>
                </a:lnTo>
                <a:close/>
              </a:path>
            </a:pathLst>
          </a:custGeom>
          <a:blipFill>
            <a:blip r:embed="rId3">
              <a:extLst>
                <a:ext uri="{96DAC541-7B7A-43D3-8B79-37D633B846F1}">
                  <asvg:svgBlip xmlns:asvg="http://schemas.microsoft.com/office/drawing/2016/SVG/main" r:embed="rId4"/>
                </a:ext>
              </a:extLst>
            </a:blip>
            <a:stretch>
              <a:fillRect l="0" t="0" r="0" b="0"/>
            </a:stretch>
          </a:blipFill>
        </p:spPr>
      </p:sp>
      <p:sp>
        <p:nvSpPr>
          <p:cNvPr name="Freeform 5" id="5"/>
          <p:cNvSpPr/>
          <p:nvPr/>
        </p:nvSpPr>
        <p:spPr>
          <a:xfrm flipH="false" flipV="false" rot="0">
            <a:off x="15503992" y="-1395493"/>
            <a:ext cx="2979787" cy="3176130"/>
          </a:xfrm>
          <a:custGeom>
            <a:avLst/>
            <a:gdLst/>
            <a:ahLst/>
            <a:cxnLst/>
            <a:rect r="r" b="b" t="t" l="l"/>
            <a:pathLst>
              <a:path h="3176130" w="2979787">
                <a:moveTo>
                  <a:pt x="0" y="0"/>
                </a:moveTo>
                <a:lnTo>
                  <a:pt x="2979787" y="0"/>
                </a:lnTo>
                <a:lnTo>
                  <a:pt x="2979787" y="3176130"/>
                </a:lnTo>
                <a:lnTo>
                  <a:pt x="0" y="3176130"/>
                </a:lnTo>
                <a:lnTo>
                  <a:pt x="0" y="0"/>
                </a:lnTo>
                <a:close/>
              </a:path>
            </a:pathLst>
          </a:custGeom>
          <a:blipFill>
            <a:blip r:embed="rId5">
              <a:extLst>
                <a:ext uri="{96DAC541-7B7A-43D3-8B79-37D633B846F1}">
                  <asvg:svgBlip xmlns:asvg="http://schemas.microsoft.com/office/drawing/2016/SVG/main" r:embed="rId6"/>
                </a:ext>
              </a:extLst>
            </a:blip>
            <a:stretch>
              <a:fillRect l="0" t="0" r="0" b="0"/>
            </a:stretch>
          </a:blipFill>
        </p:spPr>
      </p:sp>
      <p:sp>
        <p:nvSpPr>
          <p:cNvPr name="Freeform 6" id="6"/>
          <p:cNvSpPr/>
          <p:nvPr/>
        </p:nvSpPr>
        <p:spPr>
          <a:xfrm flipH="false" flipV="false" rot="0">
            <a:off x="16993885" y="3607178"/>
            <a:ext cx="1982142" cy="1146039"/>
          </a:xfrm>
          <a:custGeom>
            <a:avLst/>
            <a:gdLst/>
            <a:ahLst/>
            <a:cxnLst/>
            <a:rect r="r" b="b" t="t" l="l"/>
            <a:pathLst>
              <a:path h="1146039" w="1982142">
                <a:moveTo>
                  <a:pt x="0" y="0"/>
                </a:moveTo>
                <a:lnTo>
                  <a:pt x="1982143" y="0"/>
                </a:lnTo>
                <a:lnTo>
                  <a:pt x="1982143" y="1146038"/>
                </a:lnTo>
                <a:lnTo>
                  <a:pt x="0" y="1146038"/>
                </a:lnTo>
                <a:lnTo>
                  <a:pt x="0" y="0"/>
                </a:lnTo>
                <a:close/>
              </a:path>
            </a:pathLst>
          </a:custGeom>
          <a:blipFill>
            <a:blip r:embed="rId7">
              <a:extLst>
                <a:ext uri="{96DAC541-7B7A-43D3-8B79-37D633B846F1}">
                  <asvg:svgBlip xmlns:asvg="http://schemas.microsoft.com/office/drawing/2016/SVG/main" r:embed="rId8"/>
                </a:ext>
              </a:extLst>
            </a:blip>
            <a:stretch>
              <a:fillRect l="0" t="0" r="0" b="0"/>
            </a:stretch>
          </a:blipFill>
        </p:spPr>
      </p:sp>
      <p:sp>
        <p:nvSpPr>
          <p:cNvPr name="Freeform 7" id="7"/>
          <p:cNvSpPr/>
          <p:nvPr/>
        </p:nvSpPr>
        <p:spPr>
          <a:xfrm flipH="false" flipV="false" rot="0">
            <a:off x="2741849" y="5635821"/>
            <a:ext cx="12804302" cy="12804302"/>
          </a:xfrm>
          <a:custGeom>
            <a:avLst/>
            <a:gdLst/>
            <a:ahLst/>
            <a:cxnLst/>
            <a:rect r="r" b="b" t="t" l="l"/>
            <a:pathLst>
              <a:path h="12804302" w="12804302">
                <a:moveTo>
                  <a:pt x="0" y="0"/>
                </a:moveTo>
                <a:lnTo>
                  <a:pt x="12804302" y="0"/>
                </a:lnTo>
                <a:lnTo>
                  <a:pt x="12804302" y="12804302"/>
                </a:lnTo>
                <a:lnTo>
                  <a:pt x="0" y="12804302"/>
                </a:lnTo>
                <a:lnTo>
                  <a:pt x="0" y="0"/>
                </a:lnTo>
                <a:close/>
              </a:path>
            </a:pathLst>
          </a:custGeom>
          <a:blipFill>
            <a:blip r:embed="rId9">
              <a:extLst>
                <a:ext uri="{96DAC541-7B7A-43D3-8B79-37D633B846F1}">
                  <asvg:svgBlip xmlns:asvg="http://schemas.microsoft.com/office/drawing/2016/SVG/main" r:embed="rId10"/>
                </a:ext>
              </a:extLst>
            </a:blip>
            <a:stretch>
              <a:fillRect l="0" t="0" r="0" b="0"/>
            </a:stretch>
          </a:blipFill>
        </p:spPr>
      </p:sp>
      <p:sp>
        <p:nvSpPr>
          <p:cNvPr name="Freeform 8" id="8"/>
          <p:cNvSpPr/>
          <p:nvPr/>
        </p:nvSpPr>
        <p:spPr>
          <a:xfrm flipH="false" flipV="false" rot="0">
            <a:off x="843558" y="3347017"/>
            <a:ext cx="2615776" cy="2288804"/>
          </a:xfrm>
          <a:custGeom>
            <a:avLst/>
            <a:gdLst/>
            <a:ahLst/>
            <a:cxnLst/>
            <a:rect r="r" b="b" t="t" l="l"/>
            <a:pathLst>
              <a:path h="2288804" w="2615776">
                <a:moveTo>
                  <a:pt x="0" y="0"/>
                </a:moveTo>
                <a:lnTo>
                  <a:pt x="2615775" y="0"/>
                </a:lnTo>
                <a:lnTo>
                  <a:pt x="2615775" y="2288804"/>
                </a:lnTo>
                <a:lnTo>
                  <a:pt x="0" y="2288804"/>
                </a:lnTo>
                <a:lnTo>
                  <a:pt x="0" y="0"/>
                </a:lnTo>
                <a:close/>
              </a:path>
            </a:pathLst>
          </a:custGeom>
          <a:blipFill>
            <a:blip r:embed="rId11"/>
            <a:stretch>
              <a:fillRect l="0" t="0" r="0" b="0"/>
            </a:stretch>
          </a:blipFill>
        </p:spPr>
      </p:sp>
      <p:sp>
        <p:nvSpPr>
          <p:cNvPr name="TextBox 9" id="9"/>
          <p:cNvSpPr txBox="true"/>
          <p:nvPr/>
        </p:nvSpPr>
        <p:spPr>
          <a:xfrm rot="0">
            <a:off x="5570266" y="1936954"/>
            <a:ext cx="7912301" cy="2911822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ctr">
              <a:lnSpc>
                <a:spcPts val="21000"/>
              </a:lnSpc>
            </a:pPr>
            <a:r>
              <a:rPr lang="en-US" sz="15000">
                <a:solidFill>
                  <a:srgbClr val="FFFFFF"/>
                </a:solidFill>
                <a:latin typeface="Adlery Pro"/>
                <a:ea typeface="Adlery Pro"/>
                <a:cs typeface="Adlery Pro"/>
                <a:sym typeface="Adlery Pro"/>
              </a:rPr>
              <a:t>Star Hire</a:t>
            </a:r>
          </a:p>
          <a:p>
            <a:pPr algn="ctr">
              <a:lnSpc>
                <a:spcPts val="21000"/>
              </a:lnSpc>
            </a:pPr>
          </a:p>
        </p:txBody>
      </p:sp>
      <p:sp>
        <p:nvSpPr>
          <p:cNvPr name="TextBox 10" id="10"/>
          <p:cNvSpPr txBox="true"/>
          <p:nvPr/>
        </p:nvSpPr>
        <p:spPr>
          <a:xfrm rot="0">
            <a:off x="3831982" y="5935858"/>
            <a:ext cx="10624036" cy="493972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ctr">
              <a:lnSpc>
                <a:spcPts val="3697"/>
              </a:lnSpc>
            </a:pPr>
            <a:r>
              <a:rPr lang="en-US" sz="3697" spc="-73">
                <a:solidFill>
                  <a:srgbClr val="FFFFFF"/>
                </a:solidFill>
                <a:latin typeface="Lazydog"/>
                <a:ea typeface="Lazydog"/>
                <a:cs typeface="Lazydog"/>
                <a:sym typeface="Lazydog"/>
              </a:rPr>
              <a:t>Изготвено от отбор “Дилърки”</a:t>
            </a:r>
          </a:p>
        </p:txBody>
      </p:sp>
    </p:spTree>
  </p:cSld>
  <p:clrMapOvr>
    <a:masterClrMapping/>
  </p:clrMapOvr>
</p:sld>
</file>

<file path=ppt/slides/slide2.xml><?xml version="1.0" encoding="utf-8"?>
<p:sld xmlns:p="http://schemas.openxmlformats.org/presentationml/2006/main" xmlns:a="http://schemas.openxmlformats.org/drawingml/2006/main" xmlns:r="http://schemas.openxmlformats.org/officeDocument/2006/relationships">
  <p:cSld>
    <p:bg>
      <p:bgPr>
        <a:gradFill rotWithShape="true">
          <a:gsLst>
            <a:gs pos="0">
              <a:srgbClr val="042C62">
                <a:alpha val="100000"/>
              </a:srgbClr>
            </a:gs>
            <a:gs pos="100000">
              <a:srgbClr val="A177AF">
                <a:alpha val="100000"/>
              </a:srgbClr>
            </a:gs>
          </a:gsLst>
          <a:lin ang="5400000"/>
        </a:gra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name="Freeform 2" id="2"/>
          <p:cNvSpPr/>
          <p:nvPr/>
        </p:nvSpPr>
        <p:spPr>
          <a:xfrm flipH="false" flipV="false" rot="0">
            <a:off x="0" y="0"/>
            <a:ext cx="9144000" cy="9506433"/>
          </a:xfrm>
          <a:custGeom>
            <a:avLst/>
            <a:gdLst/>
            <a:ahLst/>
            <a:cxnLst/>
            <a:rect r="r" b="b" t="t" l="l"/>
            <a:pathLst>
              <a:path h="9506433" w="9144000">
                <a:moveTo>
                  <a:pt x="0" y="0"/>
                </a:moveTo>
                <a:lnTo>
                  <a:pt x="9144000" y="0"/>
                </a:lnTo>
                <a:lnTo>
                  <a:pt x="9144000" y="9506433"/>
                </a:lnTo>
                <a:lnTo>
                  <a:pt x="0" y="9506433"/>
                </a:lnTo>
                <a:lnTo>
                  <a:pt x="0" y="0"/>
                </a:lnTo>
                <a:close/>
              </a:path>
            </a:pathLst>
          </a:custGeom>
          <a:blipFill>
            <a:blip r:embed="rId2"/>
            <a:stretch>
              <a:fillRect l="0" t="0" r="0" b="0"/>
            </a:stretch>
          </a:blipFill>
        </p:spPr>
      </p:sp>
      <p:sp>
        <p:nvSpPr>
          <p:cNvPr name="Freeform 3" id="3"/>
          <p:cNvSpPr/>
          <p:nvPr/>
        </p:nvSpPr>
        <p:spPr>
          <a:xfrm flipH="true" flipV="false" rot="0">
            <a:off x="9144000" y="0"/>
            <a:ext cx="9144000" cy="9506433"/>
          </a:xfrm>
          <a:custGeom>
            <a:avLst/>
            <a:gdLst/>
            <a:ahLst/>
            <a:cxnLst/>
            <a:rect r="r" b="b" t="t" l="l"/>
            <a:pathLst>
              <a:path h="9506433" w="9144000">
                <a:moveTo>
                  <a:pt x="9144000" y="0"/>
                </a:moveTo>
                <a:lnTo>
                  <a:pt x="0" y="0"/>
                </a:lnTo>
                <a:lnTo>
                  <a:pt x="0" y="9506433"/>
                </a:lnTo>
                <a:lnTo>
                  <a:pt x="9144000" y="9506433"/>
                </a:lnTo>
                <a:lnTo>
                  <a:pt x="9144000" y="0"/>
                </a:lnTo>
                <a:close/>
              </a:path>
            </a:pathLst>
          </a:custGeom>
          <a:blipFill>
            <a:blip r:embed="rId2"/>
            <a:stretch>
              <a:fillRect l="0" t="0" r="0" b="0"/>
            </a:stretch>
          </a:blipFill>
        </p:spPr>
      </p:sp>
      <p:sp>
        <p:nvSpPr>
          <p:cNvPr name="Freeform 4" id="4"/>
          <p:cNvSpPr/>
          <p:nvPr/>
        </p:nvSpPr>
        <p:spPr>
          <a:xfrm flipH="false" flipV="false" rot="-240013">
            <a:off x="-1794760" y="-271186"/>
            <a:ext cx="21877520" cy="10829372"/>
          </a:xfrm>
          <a:custGeom>
            <a:avLst/>
            <a:gdLst/>
            <a:ahLst/>
            <a:cxnLst/>
            <a:rect r="r" b="b" t="t" l="l"/>
            <a:pathLst>
              <a:path h="10829372" w="21877520">
                <a:moveTo>
                  <a:pt x="0" y="0"/>
                </a:moveTo>
                <a:lnTo>
                  <a:pt x="21877520" y="0"/>
                </a:lnTo>
                <a:lnTo>
                  <a:pt x="21877520" y="10829372"/>
                </a:lnTo>
                <a:lnTo>
                  <a:pt x="0" y="10829372"/>
                </a:lnTo>
                <a:lnTo>
                  <a:pt x="0" y="0"/>
                </a:lnTo>
                <a:close/>
              </a:path>
            </a:pathLst>
          </a:custGeom>
          <a:blipFill>
            <a:blip r:embed="rId3">
              <a:alphaModFix amt="15000"/>
            </a:blip>
            <a:stretch>
              <a:fillRect l="0" t="0" r="0" b="0"/>
            </a:stretch>
          </a:blipFill>
        </p:spPr>
      </p:sp>
      <p:sp>
        <p:nvSpPr>
          <p:cNvPr name="TextBox 5" id="5"/>
          <p:cNvSpPr txBox="true"/>
          <p:nvPr/>
        </p:nvSpPr>
        <p:spPr>
          <a:xfrm rot="0">
            <a:off x="3133407" y="1112848"/>
            <a:ext cx="12021187" cy="1908176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ctr">
              <a:lnSpc>
                <a:spcPts val="13999"/>
              </a:lnSpc>
            </a:pPr>
            <a:r>
              <a:rPr lang="en-US" sz="9999">
                <a:solidFill>
                  <a:srgbClr val="FFFFFF"/>
                </a:solidFill>
                <a:latin typeface="Handyman"/>
                <a:ea typeface="Handyman"/>
                <a:cs typeface="Handyman"/>
                <a:sym typeface="Handyman"/>
              </a:rPr>
              <a:t>ОТБОР “ДИЛЪРКИ”</a:t>
            </a:r>
          </a:p>
        </p:txBody>
      </p:sp>
      <p:sp>
        <p:nvSpPr>
          <p:cNvPr name="Freeform 6" id="6"/>
          <p:cNvSpPr/>
          <p:nvPr/>
        </p:nvSpPr>
        <p:spPr>
          <a:xfrm flipH="false" flipV="false" rot="0">
            <a:off x="14210456" y="1441454"/>
            <a:ext cx="474490" cy="423746"/>
          </a:xfrm>
          <a:custGeom>
            <a:avLst/>
            <a:gdLst/>
            <a:ahLst/>
            <a:cxnLst/>
            <a:rect r="r" b="b" t="t" l="l"/>
            <a:pathLst>
              <a:path h="423746" w="474490">
                <a:moveTo>
                  <a:pt x="0" y="0"/>
                </a:moveTo>
                <a:lnTo>
                  <a:pt x="474491" y="0"/>
                </a:lnTo>
                <a:lnTo>
                  <a:pt x="474491" y="423746"/>
                </a:lnTo>
                <a:lnTo>
                  <a:pt x="0" y="423746"/>
                </a:lnTo>
                <a:lnTo>
                  <a:pt x="0" y="0"/>
                </a:lnTo>
                <a:close/>
              </a:path>
            </a:pathLst>
          </a:custGeom>
          <a:blipFill>
            <a:blip r:embed="rId4"/>
            <a:stretch>
              <a:fillRect l="-141339" t="-79679" r="-24689" b="-80971"/>
            </a:stretch>
          </a:blipFill>
        </p:spPr>
      </p:sp>
      <p:sp>
        <p:nvSpPr>
          <p:cNvPr name="Freeform 7" id="7"/>
          <p:cNvSpPr/>
          <p:nvPr/>
        </p:nvSpPr>
        <p:spPr>
          <a:xfrm flipH="false" flipV="false" rot="-529564">
            <a:off x="8233464" y="9046427"/>
            <a:ext cx="474490" cy="423746"/>
          </a:xfrm>
          <a:custGeom>
            <a:avLst/>
            <a:gdLst/>
            <a:ahLst/>
            <a:cxnLst/>
            <a:rect r="r" b="b" t="t" l="l"/>
            <a:pathLst>
              <a:path h="423746" w="474490">
                <a:moveTo>
                  <a:pt x="0" y="0"/>
                </a:moveTo>
                <a:lnTo>
                  <a:pt x="474490" y="0"/>
                </a:lnTo>
                <a:lnTo>
                  <a:pt x="474490" y="423746"/>
                </a:lnTo>
                <a:lnTo>
                  <a:pt x="0" y="423746"/>
                </a:lnTo>
                <a:lnTo>
                  <a:pt x="0" y="0"/>
                </a:lnTo>
                <a:close/>
              </a:path>
            </a:pathLst>
          </a:custGeom>
          <a:blipFill>
            <a:blip r:embed="rId4"/>
            <a:stretch>
              <a:fillRect l="-141339" t="-79679" r="-24689" b="-80971"/>
            </a:stretch>
          </a:blipFill>
        </p:spPr>
      </p:sp>
      <p:sp>
        <p:nvSpPr>
          <p:cNvPr name="Freeform 8" id="8"/>
          <p:cNvSpPr/>
          <p:nvPr/>
        </p:nvSpPr>
        <p:spPr>
          <a:xfrm flipH="true" flipV="true" rot="844515">
            <a:off x="4583763" y="7298321"/>
            <a:ext cx="224505" cy="826881"/>
          </a:xfrm>
          <a:custGeom>
            <a:avLst/>
            <a:gdLst/>
            <a:ahLst/>
            <a:cxnLst/>
            <a:rect r="r" b="b" t="t" l="l"/>
            <a:pathLst>
              <a:path h="826881" w="224505">
                <a:moveTo>
                  <a:pt x="224505" y="826881"/>
                </a:moveTo>
                <a:lnTo>
                  <a:pt x="0" y="826881"/>
                </a:lnTo>
                <a:lnTo>
                  <a:pt x="0" y="0"/>
                </a:lnTo>
                <a:lnTo>
                  <a:pt x="224505" y="0"/>
                </a:lnTo>
                <a:lnTo>
                  <a:pt x="224505" y="826881"/>
                </a:lnTo>
                <a:close/>
              </a:path>
            </a:pathLst>
          </a:custGeom>
          <a:blipFill>
            <a:blip r:embed="rId4"/>
            <a:stretch>
              <a:fillRect l="-677507" t="-192267" r="-452731" b="0"/>
            </a:stretch>
          </a:blipFill>
        </p:spPr>
      </p:sp>
      <p:sp>
        <p:nvSpPr>
          <p:cNvPr name="Freeform 9" id="9"/>
          <p:cNvSpPr/>
          <p:nvPr/>
        </p:nvSpPr>
        <p:spPr>
          <a:xfrm flipH="true" flipV="true" rot="844515">
            <a:off x="13216291" y="4887066"/>
            <a:ext cx="224505" cy="826881"/>
          </a:xfrm>
          <a:custGeom>
            <a:avLst/>
            <a:gdLst/>
            <a:ahLst/>
            <a:cxnLst/>
            <a:rect r="r" b="b" t="t" l="l"/>
            <a:pathLst>
              <a:path h="826881" w="224505">
                <a:moveTo>
                  <a:pt x="224504" y="826881"/>
                </a:moveTo>
                <a:lnTo>
                  <a:pt x="0" y="826881"/>
                </a:lnTo>
                <a:lnTo>
                  <a:pt x="0" y="0"/>
                </a:lnTo>
                <a:lnTo>
                  <a:pt x="224504" y="0"/>
                </a:lnTo>
                <a:lnTo>
                  <a:pt x="224504" y="826881"/>
                </a:lnTo>
                <a:close/>
              </a:path>
            </a:pathLst>
          </a:custGeom>
          <a:blipFill>
            <a:blip r:embed="rId4"/>
            <a:stretch>
              <a:fillRect l="-677507" t="-192267" r="-452731" b="0"/>
            </a:stretch>
          </a:blipFill>
        </p:spPr>
      </p:sp>
      <p:sp>
        <p:nvSpPr>
          <p:cNvPr name="Freeform 10" id="10"/>
          <p:cNvSpPr/>
          <p:nvPr/>
        </p:nvSpPr>
        <p:spPr>
          <a:xfrm flipH="true" flipV="true" rot="844515">
            <a:off x="8358457" y="661605"/>
            <a:ext cx="224505" cy="826881"/>
          </a:xfrm>
          <a:custGeom>
            <a:avLst/>
            <a:gdLst/>
            <a:ahLst/>
            <a:cxnLst/>
            <a:rect r="r" b="b" t="t" l="l"/>
            <a:pathLst>
              <a:path h="826881" w="224505">
                <a:moveTo>
                  <a:pt x="224505" y="826881"/>
                </a:moveTo>
                <a:lnTo>
                  <a:pt x="0" y="826881"/>
                </a:lnTo>
                <a:lnTo>
                  <a:pt x="0" y="0"/>
                </a:lnTo>
                <a:lnTo>
                  <a:pt x="224505" y="0"/>
                </a:lnTo>
                <a:lnTo>
                  <a:pt x="224505" y="826881"/>
                </a:lnTo>
                <a:close/>
              </a:path>
            </a:pathLst>
          </a:custGeom>
          <a:blipFill>
            <a:blip r:embed="rId4"/>
            <a:stretch>
              <a:fillRect l="-677507" t="-192267" r="-452731" b="0"/>
            </a:stretch>
          </a:blipFill>
        </p:spPr>
      </p:sp>
      <p:sp>
        <p:nvSpPr>
          <p:cNvPr name="Freeform 11" id="11"/>
          <p:cNvSpPr/>
          <p:nvPr/>
        </p:nvSpPr>
        <p:spPr>
          <a:xfrm flipH="true" flipV="true" rot="-4555484">
            <a:off x="12578535" y="8945818"/>
            <a:ext cx="224505" cy="826881"/>
          </a:xfrm>
          <a:custGeom>
            <a:avLst/>
            <a:gdLst/>
            <a:ahLst/>
            <a:cxnLst/>
            <a:rect r="r" b="b" t="t" l="l"/>
            <a:pathLst>
              <a:path h="826881" w="224505">
                <a:moveTo>
                  <a:pt x="224504" y="826881"/>
                </a:moveTo>
                <a:lnTo>
                  <a:pt x="0" y="826881"/>
                </a:lnTo>
                <a:lnTo>
                  <a:pt x="0" y="0"/>
                </a:lnTo>
                <a:lnTo>
                  <a:pt x="224504" y="0"/>
                </a:lnTo>
                <a:lnTo>
                  <a:pt x="224504" y="826881"/>
                </a:lnTo>
                <a:close/>
              </a:path>
            </a:pathLst>
          </a:custGeom>
          <a:blipFill>
            <a:blip r:embed="rId4"/>
            <a:stretch>
              <a:fillRect l="-677507" t="-192267" r="-452731" b="0"/>
            </a:stretch>
          </a:blipFill>
        </p:spPr>
      </p:sp>
      <p:sp>
        <p:nvSpPr>
          <p:cNvPr name="Freeform 12" id="12"/>
          <p:cNvSpPr/>
          <p:nvPr/>
        </p:nvSpPr>
        <p:spPr>
          <a:xfrm flipH="true" flipV="false" rot="0">
            <a:off x="2789136" y="1671445"/>
            <a:ext cx="692510" cy="618450"/>
          </a:xfrm>
          <a:custGeom>
            <a:avLst/>
            <a:gdLst/>
            <a:ahLst/>
            <a:cxnLst/>
            <a:rect r="r" b="b" t="t" l="l"/>
            <a:pathLst>
              <a:path h="618450" w="692510">
                <a:moveTo>
                  <a:pt x="692510" y="0"/>
                </a:moveTo>
                <a:lnTo>
                  <a:pt x="0" y="0"/>
                </a:lnTo>
                <a:lnTo>
                  <a:pt x="0" y="618450"/>
                </a:lnTo>
                <a:lnTo>
                  <a:pt x="692510" y="618450"/>
                </a:lnTo>
                <a:lnTo>
                  <a:pt x="692510" y="0"/>
                </a:lnTo>
                <a:close/>
              </a:path>
            </a:pathLst>
          </a:custGeom>
          <a:blipFill>
            <a:blip r:embed="rId4"/>
            <a:stretch>
              <a:fillRect l="-141339" t="-79679" r="-24689" b="-80971"/>
            </a:stretch>
          </a:blipFill>
        </p:spPr>
      </p:sp>
      <p:grpSp>
        <p:nvGrpSpPr>
          <p:cNvPr name="Group 13" id="13"/>
          <p:cNvGrpSpPr>
            <a:grpSpLocks noChangeAspect="true"/>
          </p:cNvGrpSpPr>
          <p:nvPr/>
        </p:nvGrpSpPr>
        <p:grpSpPr>
          <a:xfrm rot="0">
            <a:off x="2643597" y="3385075"/>
            <a:ext cx="3615598" cy="3615583"/>
            <a:chOff x="0" y="0"/>
            <a:chExt cx="6350000" cy="6349975"/>
          </a:xfrm>
        </p:grpSpPr>
        <p:sp>
          <p:nvSpPr>
            <p:cNvPr name="Freeform 14" id="14"/>
            <p:cNvSpPr/>
            <p:nvPr/>
          </p:nvSpPr>
          <p:spPr>
            <a:xfrm flipH="false" flipV="false" rot="0">
              <a:off x="0" y="0"/>
              <a:ext cx="6350000" cy="6349974"/>
            </a:xfrm>
            <a:custGeom>
              <a:avLst/>
              <a:gdLst/>
              <a:ahLst/>
              <a:cxnLst/>
              <a:rect r="r" b="b" t="t" l="l"/>
              <a:pathLst>
                <a:path h="6349974" w="6350000">
                  <a:moveTo>
                    <a:pt x="6350000" y="3175025"/>
                  </a:moveTo>
                  <a:cubicBezTo>
                    <a:pt x="6350000" y="4928451"/>
                    <a:pt x="4928476" y="6349974"/>
                    <a:pt x="3175000" y="6349974"/>
                  </a:cubicBezTo>
                  <a:cubicBezTo>
                    <a:pt x="1421498" y="6349974"/>
                    <a:pt x="0" y="4928451"/>
                    <a:pt x="0" y="3175025"/>
                  </a:cubicBezTo>
                  <a:cubicBezTo>
                    <a:pt x="0" y="1421511"/>
                    <a:pt x="1421498" y="0"/>
                    <a:pt x="3175000" y="0"/>
                  </a:cubicBezTo>
                  <a:cubicBezTo>
                    <a:pt x="4928501" y="0"/>
                    <a:pt x="6350000" y="1421511"/>
                    <a:pt x="6350000" y="3175025"/>
                  </a:cubicBezTo>
                  <a:close/>
                </a:path>
              </a:pathLst>
            </a:custGeom>
            <a:blipFill>
              <a:blip r:embed="rId5"/>
              <a:stretch>
                <a:fillRect l="0" t="-955" r="0" b="-955"/>
              </a:stretch>
            </a:blipFill>
          </p:spPr>
        </p:sp>
      </p:grpSp>
      <p:grpSp>
        <p:nvGrpSpPr>
          <p:cNvPr name="Group 15" id="15"/>
          <p:cNvGrpSpPr>
            <a:grpSpLocks noChangeAspect="true"/>
          </p:cNvGrpSpPr>
          <p:nvPr/>
        </p:nvGrpSpPr>
        <p:grpSpPr>
          <a:xfrm rot="0">
            <a:off x="7400005" y="3368566"/>
            <a:ext cx="3615598" cy="3615583"/>
            <a:chOff x="0" y="0"/>
            <a:chExt cx="6350000" cy="6349975"/>
          </a:xfrm>
        </p:grpSpPr>
        <p:sp>
          <p:nvSpPr>
            <p:cNvPr name="Freeform 16" id="16"/>
            <p:cNvSpPr/>
            <p:nvPr/>
          </p:nvSpPr>
          <p:spPr>
            <a:xfrm flipH="false" flipV="false" rot="0">
              <a:off x="0" y="0"/>
              <a:ext cx="6350000" cy="6349974"/>
            </a:xfrm>
            <a:custGeom>
              <a:avLst/>
              <a:gdLst/>
              <a:ahLst/>
              <a:cxnLst/>
              <a:rect r="r" b="b" t="t" l="l"/>
              <a:pathLst>
                <a:path h="6349974" w="6350000">
                  <a:moveTo>
                    <a:pt x="6350000" y="3175025"/>
                  </a:moveTo>
                  <a:cubicBezTo>
                    <a:pt x="6350000" y="4928451"/>
                    <a:pt x="4928476" y="6349974"/>
                    <a:pt x="3175000" y="6349974"/>
                  </a:cubicBezTo>
                  <a:cubicBezTo>
                    <a:pt x="1421498" y="6349974"/>
                    <a:pt x="0" y="4928451"/>
                    <a:pt x="0" y="3175025"/>
                  </a:cubicBezTo>
                  <a:cubicBezTo>
                    <a:pt x="0" y="1421511"/>
                    <a:pt x="1421498" y="0"/>
                    <a:pt x="3175000" y="0"/>
                  </a:cubicBezTo>
                  <a:cubicBezTo>
                    <a:pt x="4928501" y="0"/>
                    <a:pt x="6350000" y="1421511"/>
                    <a:pt x="6350000" y="3175025"/>
                  </a:cubicBezTo>
                  <a:close/>
                </a:path>
              </a:pathLst>
            </a:custGeom>
            <a:blipFill>
              <a:blip r:embed="rId6"/>
              <a:stretch>
                <a:fillRect l="0" t="-955" r="0" b="-955"/>
              </a:stretch>
            </a:blipFill>
          </p:spPr>
        </p:sp>
      </p:grpSp>
      <p:grpSp>
        <p:nvGrpSpPr>
          <p:cNvPr name="Group 17" id="17"/>
          <p:cNvGrpSpPr>
            <a:grpSpLocks noChangeAspect="true"/>
          </p:cNvGrpSpPr>
          <p:nvPr/>
        </p:nvGrpSpPr>
        <p:grpSpPr>
          <a:xfrm rot="0">
            <a:off x="12154877" y="3385075"/>
            <a:ext cx="3615598" cy="3615583"/>
            <a:chOff x="0" y="0"/>
            <a:chExt cx="6350000" cy="6349975"/>
          </a:xfrm>
        </p:grpSpPr>
        <p:sp>
          <p:nvSpPr>
            <p:cNvPr name="Freeform 18" id="18"/>
            <p:cNvSpPr/>
            <p:nvPr/>
          </p:nvSpPr>
          <p:spPr>
            <a:xfrm flipH="false" flipV="false" rot="0">
              <a:off x="0" y="0"/>
              <a:ext cx="6350000" cy="6349974"/>
            </a:xfrm>
            <a:custGeom>
              <a:avLst/>
              <a:gdLst/>
              <a:ahLst/>
              <a:cxnLst/>
              <a:rect r="r" b="b" t="t" l="l"/>
              <a:pathLst>
                <a:path h="6349974" w="6350000">
                  <a:moveTo>
                    <a:pt x="6350000" y="3175025"/>
                  </a:moveTo>
                  <a:cubicBezTo>
                    <a:pt x="6350000" y="4928451"/>
                    <a:pt x="4928476" y="6349974"/>
                    <a:pt x="3175000" y="6349974"/>
                  </a:cubicBezTo>
                  <a:cubicBezTo>
                    <a:pt x="1421498" y="6349974"/>
                    <a:pt x="0" y="4928451"/>
                    <a:pt x="0" y="3175025"/>
                  </a:cubicBezTo>
                  <a:cubicBezTo>
                    <a:pt x="0" y="1421511"/>
                    <a:pt x="1421498" y="0"/>
                    <a:pt x="3175000" y="0"/>
                  </a:cubicBezTo>
                  <a:cubicBezTo>
                    <a:pt x="4928501" y="0"/>
                    <a:pt x="6350000" y="1421511"/>
                    <a:pt x="6350000" y="3175025"/>
                  </a:cubicBezTo>
                  <a:close/>
                </a:path>
              </a:pathLst>
            </a:custGeom>
            <a:blipFill>
              <a:blip r:embed="rId7"/>
              <a:stretch>
                <a:fillRect l="0" t="-942" r="0" b="-942"/>
              </a:stretch>
            </a:blipFill>
          </p:spPr>
        </p:sp>
      </p:grpSp>
      <p:sp>
        <p:nvSpPr>
          <p:cNvPr name="Freeform 19" id="19"/>
          <p:cNvSpPr/>
          <p:nvPr/>
        </p:nvSpPr>
        <p:spPr>
          <a:xfrm flipH="false" flipV="false" rot="0">
            <a:off x="12608392" y="3689889"/>
            <a:ext cx="2423798" cy="3009230"/>
          </a:xfrm>
          <a:custGeom>
            <a:avLst/>
            <a:gdLst/>
            <a:ahLst/>
            <a:cxnLst/>
            <a:rect r="r" b="b" t="t" l="l"/>
            <a:pathLst>
              <a:path h="3009230" w="2423798">
                <a:moveTo>
                  <a:pt x="0" y="0"/>
                </a:moveTo>
                <a:lnTo>
                  <a:pt x="2423798" y="0"/>
                </a:lnTo>
                <a:lnTo>
                  <a:pt x="2423798" y="3009229"/>
                </a:lnTo>
                <a:lnTo>
                  <a:pt x="0" y="3009229"/>
                </a:lnTo>
                <a:lnTo>
                  <a:pt x="0" y="0"/>
                </a:lnTo>
                <a:close/>
              </a:path>
            </a:pathLst>
          </a:custGeom>
          <a:blipFill>
            <a:blip r:embed="rId8">
              <a:extLst>
                <a:ext uri="{96DAC541-7B7A-43D3-8B79-37D633B846F1}">
                  <asvg:svgBlip xmlns:asvg="http://schemas.microsoft.com/office/drawing/2016/SVG/main" r:embed="rId9"/>
                </a:ext>
              </a:extLst>
            </a:blip>
            <a:stretch>
              <a:fillRect l="0" t="0" r="0" b="0"/>
            </a:stretch>
          </a:blipFill>
        </p:spPr>
      </p:sp>
      <p:sp>
        <p:nvSpPr>
          <p:cNvPr name="Freeform 20" id="20"/>
          <p:cNvSpPr/>
          <p:nvPr/>
        </p:nvSpPr>
        <p:spPr>
          <a:xfrm flipH="false" flipV="false" rot="0">
            <a:off x="7803971" y="3613394"/>
            <a:ext cx="2622035" cy="2991948"/>
          </a:xfrm>
          <a:custGeom>
            <a:avLst/>
            <a:gdLst/>
            <a:ahLst/>
            <a:cxnLst/>
            <a:rect r="r" b="b" t="t" l="l"/>
            <a:pathLst>
              <a:path h="2991948" w="2622035">
                <a:moveTo>
                  <a:pt x="0" y="0"/>
                </a:moveTo>
                <a:lnTo>
                  <a:pt x="2622034" y="0"/>
                </a:lnTo>
                <a:lnTo>
                  <a:pt x="2622034" y="2991949"/>
                </a:lnTo>
                <a:lnTo>
                  <a:pt x="0" y="2991949"/>
                </a:lnTo>
                <a:lnTo>
                  <a:pt x="0" y="0"/>
                </a:lnTo>
                <a:close/>
              </a:path>
            </a:pathLst>
          </a:custGeom>
          <a:blipFill>
            <a:blip r:embed="rId10">
              <a:extLst>
                <a:ext uri="{96DAC541-7B7A-43D3-8B79-37D633B846F1}">
                  <asvg:svgBlip xmlns:asvg="http://schemas.microsoft.com/office/drawing/2016/SVG/main" r:embed="rId11"/>
                </a:ext>
              </a:extLst>
            </a:blip>
            <a:stretch>
              <a:fillRect l="0" t="0" r="0" b="0"/>
            </a:stretch>
          </a:blipFill>
        </p:spPr>
      </p:sp>
      <p:sp>
        <p:nvSpPr>
          <p:cNvPr name="Freeform 21" id="21"/>
          <p:cNvSpPr/>
          <p:nvPr/>
        </p:nvSpPr>
        <p:spPr>
          <a:xfrm flipH="false" flipV="false" rot="0">
            <a:off x="3193881" y="3759627"/>
            <a:ext cx="2405899" cy="2993765"/>
          </a:xfrm>
          <a:custGeom>
            <a:avLst/>
            <a:gdLst/>
            <a:ahLst/>
            <a:cxnLst/>
            <a:rect r="r" b="b" t="t" l="l"/>
            <a:pathLst>
              <a:path h="2993765" w="2405899">
                <a:moveTo>
                  <a:pt x="0" y="0"/>
                </a:moveTo>
                <a:lnTo>
                  <a:pt x="2405899" y="0"/>
                </a:lnTo>
                <a:lnTo>
                  <a:pt x="2405899" y="2993765"/>
                </a:lnTo>
                <a:lnTo>
                  <a:pt x="0" y="2993765"/>
                </a:lnTo>
                <a:lnTo>
                  <a:pt x="0" y="0"/>
                </a:lnTo>
                <a:close/>
              </a:path>
            </a:pathLst>
          </a:custGeom>
          <a:blipFill>
            <a:blip r:embed="rId12">
              <a:extLst>
                <a:ext uri="{96DAC541-7B7A-43D3-8B79-37D633B846F1}">
                  <asvg:svgBlip xmlns:asvg="http://schemas.microsoft.com/office/drawing/2016/SVG/main" r:embed="rId13"/>
                </a:ext>
              </a:extLst>
            </a:blip>
            <a:stretch>
              <a:fillRect l="0" t="0" r="0" b="0"/>
            </a:stretch>
          </a:blipFill>
        </p:spPr>
      </p:sp>
      <p:sp>
        <p:nvSpPr>
          <p:cNvPr name="Freeform 22" id="22"/>
          <p:cNvSpPr/>
          <p:nvPr/>
        </p:nvSpPr>
        <p:spPr>
          <a:xfrm flipH="false" flipV="false" rot="1811331">
            <a:off x="16114650" y="7322976"/>
            <a:ext cx="1503718" cy="2697253"/>
          </a:xfrm>
          <a:custGeom>
            <a:avLst/>
            <a:gdLst/>
            <a:ahLst/>
            <a:cxnLst/>
            <a:rect r="r" b="b" t="t" l="l"/>
            <a:pathLst>
              <a:path h="2697253" w="1503718">
                <a:moveTo>
                  <a:pt x="0" y="0"/>
                </a:moveTo>
                <a:lnTo>
                  <a:pt x="1503719" y="0"/>
                </a:lnTo>
                <a:lnTo>
                  <a:pt x="1503719" y="2697253"/>
                </a:lnTo>
                <a:lnTo>
                  <a:pt x="0" y="2697253"/>
                </a:lnTo>
                <a:lnTo>
                  <a:pt x="0" y="0"/>
                </a:lnTo>
                <a:close/>
              </a:path>
            </a:pathLst>
          </a:custGeom>
          <a:blipFill>
            <a:blip r:embed="rId14"/>
            <a:stretch>
              <a:fillRect l="0" t="0" r="0" b="0"/>
            </a:stretch>
          </a:blipFill>
        </p:spPr>
      </p:sp>
      <p:sp>
        <p:nvSpPr>
          <p:cNvPr name="Freeform 23" id="23"/>
          <p:cNvSpPr/>
          <p:nvPr/>
        </p:nvSpPr>
        <p:spPr>
          <a:xfrm flipH="false" flipV="false" rot="0">
            <a:off x="-624099" y="8371826"/>
            <a:ext cx="2691469" cy="1974865"/>
          </a:xfrm>
          <a:custGeom>
            <a:avLst/>
            <a:gdLst/>
            <a:ahLst/>
            <a:cxnLst/>
            <a:rect r="r" b="b" t="t" l="l"/>
            <a:pathLst>
              <a:path h="1974865" w="2691469">
                <a:moveTo>
                  <a:pt x="0" y="0"/>
                </a:moveTo>
                <a:lnTo>
                  <a:pt x="2691468" y="0"/>
                </a:lnTo>
                <a:lnTo>
                  <a:pt x="2691468" y="1974865"/>
                </a:lnTo>
                <a:lnTo>
                  <a:pt x="0" y="1974865"/>
                </a:lnTo>
                <a:lnTo>
                  <a:pt x="0" y="0"/>
                </a:lnTo>
                <a:close/>
              </a:path>
            </a:pathLst>
          </a:custGeom>
          <a:blipFill>
            <a:blip r:embed="rId15"/>
            <a:stretch>
              <a:fillRect l="0" t="0" r="0" b="0"/>
            </a:stretch>
          </a:blipFill>
        </p:spPr>
      </p:sp>
      <p:sp>
        <p:nvSpPr>
          <p:cNvPr name="Freeform 24" id="24"/>
          <p:cNvSpPr/>
          <p:nvPr/>
        </p:nvSpPr>
        <p:spPr>
          <a:xfrm flipH="false" flipV="false" rot="-818752">
            <a:off x="569191" y="582135"/>
            <a:ext cx="1471665" cy="1674726"/>
          </a:xfrm>
          <a:custGeom>
            <a:avLst/>
            <a:gdLst/>
            <a:ahLst/>
            <a:cxnLst/>
            <a:rect r="r" b="b" t="t" l="l"/>
            <a:pathLst>
              <a:path h="1674726" w="1471665">
                <a:moveTo>
                  <a:pt x="0" y="0"/>
                </a:moveTo>
                <a:lnTo>
                  <a:pt x="1471665" y="0"/>
                </a:lnTo>
                <a:lnTo>
                  <a:pt x="1471665" y="1674726"/>
                </a:lnTo>
                <a:lnTo>
                  <a:pt x="0" y="1674726"/>
                </a:lnTo>
                <a:lnTo>
                  <a:pt x="0" y="0"/>
                </a:lnTo>
                <a:close/>
              </a:path>
            </a:pathLst>
          </a:custGeom>
          <a:blipFill>
            <a:blip r:embed="rId16"/>
            <a:stretch>
              <a:fillRect l="0" t="0" r="0" b="0"/>
            </a:stretch>
          </a:blipFill>
        </p:spPr>
      </p:sp>
      <p:sp>
        <p:nvSpPr>
          <p:cNvPr name="Freeform 25" id="25"/>
          <p:cNvSpPr/>
          <p:nvPr/>
        </p:nvSpPr>
        <p:spPr>
          <a:xfrm flipH="true" flipV="true" rot="-5988675">
            <a:off x="17350443" y="4052265"/>
            <a:ext cx="722220" cy="793036"/>
          </a:xfrm>
          <a:custGeom>
            <a:avLst/>
            <a:gdLst/>
            <a:ahLst/>
            <a:cxnLst/>
            <a:rect r="r" b="b" t="t" l="l"/>
            <a:pathLst>
              <a:path h="793036" w="722220">
                <a:moveTo>
                  <a:pt x="722220" y="793036"/>
                </a:moveTo>
                <a:lnTo>
                  <a:pt x="0" y="793036"/>
                </a:lnTo>
                <a:lnTo>
                  <a:pt x="0" y="0"/>
                </a:lnTo>
                <a:lnTo>
                  <a:pt x="722220" y="0"/>
                </a:lnTo>
                <a:lnTo>
                  <a:pt x="722220" y="793036"/>
                </a:lnTo>
                <a:close/>
              </a:path>
            </a:pathLst>
          </a:custGeom>
          <a:blipFill>
            <a:blip r:embed="rId4"/>
            <a:stretch>
              <a:fillRect l="-201985" t="-192267" r="-64785" b="0"/>
            </a:stretch>
          </a:blipFill>
        </p:spPr>
      </p:sp>
      <p:sp>
        <p:nvSpPr>
          <p:cNvPr name="Freeform 26" id="26"/>
          <p:cNvSpPr/>
          <p:nvPr/>
        </p:nvSpPr>
        <p:spPr>
          <a:xfrm flipH="false" flipV="false" rot="-846951">
            <a:off x="15265856" y="465931"/>
            <a:ext cx="2526167" cy="1225191"/>
          </a:xfrm>
          <a:custGeom>
            <a:avLst/>
            <a:gdLst/>
            <a:ahLst/>
            <a:cxnLst/>
            <a:rect r="r" b="b" t="t" l="l"/>
            <a:pathLst>
              <a:path h="1225191" w="2526167">
                <a:moveTo>
                  <a:pt x="0" y="0"/>
                </a:moveTo>
                <a:lnTo>
                  <a:pt x="2526167" y="0"/>
                </a:lnTo>
                <a:lnTo>
                  <a:pt x="2526167" y="1225192"/>
                </a:lnTo>
                <a:lnTo>
                  <a:pt x="0" y="1225192"/>
                </a:lnTo>
                <a:lnTo>
                  <a:pt x="0" y="0"/>
                </a:lnTo>
                <a:close/>
              </a:path>
            </a:pathLst>
          </a:custGeom>
          <a:blipFill>
            <a:blip r:embed="rId17"/>
            <a:stretch>
              <a:fillRect l="0" t="0" r="0" b="0"/>
            </a:stretch>
          </a:blipFill>
        </p:spPr>
      </p:sp>
      <p:sp>
        <p:nvSpPr>
          <p:cNvPr name="Freeform 27" id="27"/>
          <p:cNvSpPr/>
          <p:nvPr/>
        </p:nvSpPr>
        <p:spPr>
          <a:xfrm flipH="false" flipV="false" rot="2186615">
            <a:off x="4028123" y="3919349"/>
            <a:ext cx="1151697" cy="1151697"/>
          </a:xfrm>
          <a:custGeom>
            <a:avLst/>
            <a:gdLst/>
            <a:ahLst/>
            <a:cxnLst/>
            <a:rect r="r" b="b" t="t" l="l"/>
            <a:pathLst>
              <a:path h="1151697" w="1151697">
                <a:moveTo>
                  <a:pt x="0" y="0"/>
                </a:moveTo>
                <a:lnTo>
                  <a:pt x="1151697" y="0"/>
                </a:lnTo>
                <a:lnTo>
                  <a:pt x="1151697" y="1151697"/>
                </a:lnTo>
                <a:lnTo>
                  <a:pt x="0" y="1151697"/>
                </a:lnTo>
                <a:lnTo>
                  <a:pt x="0" y="0"/>
                </a:lnTo>
                <a:close/>
              </a:path>
            </a:pathLst>
          </a:custGeom>
          <a:blipFill>
            <a:blip r:embed="rId18"/>
            <a:stretch>
              <a:fillRect l="-49491" t="-24816" r="-205847" b="-75061"/>
            </a:stretch>
          </a:blipFill>
        </p:spPr>
      </p:sp>
      <p:sp>
        <p:nvSpPr>
          <p:cNvPr name="Freeform 28" id="28"/>
          <p:cNvSpPr/>
          <p:nvPr/>
        </p:nvSpPr>
        <p:spPr>
          <a:xfrm flipH="false" flipV="false" rot="1239042">
            <a:off x="8846540" y="3779795"/>
            <a:ext cx="1153889" cy="1153889"/>
          </a:xfrm>
          <a:custGeom>
            <a:avLst/>
            <a:gdLst/>
            <a:ahLst/>
            <a:cxnLst/>
            <a:rect r="r" b="b" t="t" l="l"/>
            <a:pathLst>
              <a:path h="1153889" w="1153889">
                <a:moveTo>
                  <a:pt x="0" y="0"/>
                </a:moveTo>
                <a:lnTo>
                  <a:pt x="1153889" y="0"/>
                </a:lnTo>
                <a:lnTo>
                  <a:pt x="1153889" y="1153890"/>
                </a:lnTo>
                <a:lnTo>
                  <a:pt x="0" y="1153890"/>
                </a:lnTo>
                <a:lnTo>
                  <a:pt x="0" y="0"/>
                </a:lnTo>
                <a:close/>
              </a:path>
            </a:pathLst>
          </a:custGeom>
          <a:blipFill>
            <a:blip r:embed="rId19"/>
            <a:stretch>
              <a:fillRect l="-175122" t="-24653" r="-112753" b="-93527"/>
            </a:stretch>
          </a:blipFill>
        </p:spPr>
      </p:sp>
      <p:sp>
        <p:nvSpPr>
          <p:cNvPr name="Freeform 29" id="29"/>
          <p:cNvSpPr/>
          <p:nvPr/>
        </p:nvSpPr>
        <p:spPr>
          <a:xfrm flipH="false" flipV="false" rot="-1398327">
            <a:off x="12994951" y="2647028"/>
            <a:ext cx="2002637" cy="4450304"/>
          </a:xfrm>
          <a:custGeom>
            <a:avLst/>
            <a:gdLst/>
            <a:ahLst/>
            <a:cxnLst/>
            <a:rect r="r" b="b" t="t" l="l"/>
            <a:pathLst>
              <a:path h="4450304" w="2002637">
                <a:moveTo>
                  <a:pt x="0" y="0"/>
                </a:moveTo>
                <a:lnTo>
                  <a:pt x="2002636" y="0"/>
                </a:lnTo>
                <a:lnTo>
                  <a:pt x="2002636" y="4450303"/>
                </a:lnTo>
                <a:lnTo>
                  <a:pt x="0" y="4450303"/>
                </a:lnTo>
                <a:lnTo>
                  <a:pt x="0" y="0"/>
                </a:lnTo>
                <a:close/>
              </a:path>
            </a:pathLst>
          </a:custGeom>
          <a:blipFill>
            <a:blip r:embed="rId20"/>
            <a:stretch>
              <a:fillRect l="0" t="0" r="0" b="0"/>
            </a:stretch>
          </a:blipFill>
        </p:spPr>
      </p:sp>
      <p:sp>
        <p:nvSpPr>
          <p:cNvPr name="TextBox 30" id="30"/>
          <p:cNvSpPr txBox="true"/>
          <p:nvPr/>
        </p:nvSpPr>
        <p:spPr>
          <a:xfrm rot="0">
            <a:off x="2319231" y="7277777"/>
            <a:ext cx="4264330" cy="1393825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ctr">
              <a:lnSpc>
                <a:spcPts val="5599"/>
              </a:lnSpc>
            </a:pPr>
            <a:r>
              <a:rPr lang="en-US" sz="3999">
                <a:solidFill>
                  <a:srgbClr val="FFFFFF"/>
                </a:solidFill>
                <a:latin typeface="Lazydog"/>
                <a:ea typeface="Lazydog"/>
                <a:cs typeface="Lazydog"/>
                <a:sym typeface="Lazydog"/>
              </a:rPr>
              <a:t>КАРИНА ПОПТРАЙКОВА</a:t>
            </a:r>
          </a:p>
        </p:txBody>
      </p:sp>
      <p:sp>
        <p:nvSpPr>
          <p:cNvPr name="TextBox 31" id="31"/>
          <p:cNvSpPr txBox="true"/>
          <p:nvPr/>
        </p:nvSpPr>
        <p:spPr>
          <a:xfrm rot="0">
            <a:off x="7085425" y="7184893"/>
            <a:ext cx="4264330" cy="1393825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ctr">
              <a:lnSpc>
                <a:spcPts val="5599"/>
              </a:lnSpc>
            </a:pPr>
            <a:r>
              <a:rPr lang="en-US" sz="3999">
                <a:solidFill>
                  <a:srgbClr val="FFFFFF"/>
                </a:solidFill>
                <a:latin typeface="Lazydog"/>
                <a:ea typeface="Lazydog"/>
                <a:cs typeface="Lazydog"/>
                <a:sym typeface="Lazydog"/>
              </a:rPr>
              <a:t>КРИСТИНА</a:t>
            </a:r>
          </a:p>
          <a:p>
            <a:pPr algn="ctr">
              <a:lnSpc>
                <a:spcPts val="5599"/>
              </a:lnSpc>
            </a:pPr>
            <a:r>
              <a:rPr lang="en-US" sz="3999">
                <a:solidFill>
                  <a:srgbClr val="FFFFFF"/>
                </a:solidFill>
                <a:latin typeface="Lazydog"/>
                <a:ea typeface="Lazydog"/>
                <a:cs typeface="Lazydog"/>
                <a:sym typeface="Lazydog"/>
              </a:rPr>
              <a:t>ИВАНОВа</a:t>
            </a:r>
          </a:p>
        </p:txBody>
      </p:sp>
      <p:sp>
        <p:nvSpPr>
          <p:cNvPr name="TextBox 32" id="32"/>
          <p:cNvSpPr txBox="true"/>
          <p:nvPr/>
        </p:nvSpPr>
        <p:spPr>
          <a:xfrm rot="0">
            <a:off x="11854579" y="7184893"/>
            <a:ext cx="4264330" cy="1393825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ctr">
              <a:lnSpc>
                <a:spcPts val="5599"/>
              </a:lnSpc>
            </a:pPr>
            <a:r>
              <a:rPr lang="en-US" sz="3999">
                <a:solidFill>
                  <a:srgbClr val="FFFFFF"/>
                </a:solidFill>
                <a:latin typeface="Lazydog"/>
                <a:ea typeface="Lazydog"/>
                <a:cs typeface="Lazydog"/>
                <a:sym typeface="Lazydog"/>
              </a:rPr>
              <a:t>АНТОНИЯ</a:t>
            </a:r>
          </a:p>
          <a:p>
            <a:pPr algn="ctr">
              <a:lnSpc>
                <a:spcPts val="5599"/>
              </a:lnSpc>
            </a:pPr>
            <a:r>
              <a:rPr lang="en-US" sz="3999">
                <a:solidFill>
                  <a:srgbClr val="FFFFFF"/>
                </a:solidFill>
                <a:latin typeface="Lazydog"/>
                <a:ea typeface="Lazydog"/>
                <a:cs typeface="Lazydog"/>
                <a:sym typeface="Lazydog"/>
              </a:rPr>
              <a:t>МИТЕВА</a:t>
            </a:r>
          </a:p>
        </p:txBody>
      </p:sp>
    </p:spTree>
  </p:cSld>
  <p:clrMapOvr>
    <a:masterClrMapping/>
  </p:clrMapOvr>
  <p:transition spd="fast">
    <p:push dir="l"/>
  </p:transition>
</p:sld>
</file>

<file path=ppt/slides/slide3.xml><?xml version="1.0" encoding="utf-8"?>
<p:sld xmlns:p="http://schemas.openxmlformats.org/presentationml/2006/main" xmlns:a="http://schemas.openxmlformats.org/drawingml/2006/main" xmlns:r="http://schemas.openxmlformats.org/officeDocument/2006/relationships">
  <p:cSld>
    <p:bg>
      <p:bgPr>
        <a:gradFill rotWithShape="true">
          <a:gsLst>
            <a:gs pos="0">
              <a:srgbClr val="042C62">
                <a:alpha val="100000"/>
              </a:srgbClr>
            </a:gs>
            <a:gs pos="100000">
              <a:srgbClr val="A177AF">
                <a:alpha val="100000"/>
              </a:srgbClr>
            </a:gs>
          </a:gsLst>
          <a:lin ang="5400000"/>
        </a:gra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name="Freeform 2" id="2"/>
          <p:cNvSpPr/>
          <p:nvPr/>
        </p:nvSpPr>
        <p:spPr>
          <a:xfrm flipH="false" flipV="false" rot="0">
            <a:off x="613857" y="390284"/>
            <a:ext cx="9144000" cy="9506433"/>
          </a:xfrm>
          <a:custGeom>
            <a:avLst/>
            <a:gdLst/>
            <a:ahLst/>
            <a:cxnLst/>
            <a:rect r="r" b="b" t="t" l="l"/>
            <a:pathLst>
              <a:path h="9506433" w="9144000">
                <a:moveTo>
                  <a:pt x="0" y="0"/>
                </a:moveTo>
                <a:lnTo>
                  <a:pt x="9144000" y="0"/>
                </a:lnTo>
                <a:lnTo>
                  <a:pt x="9144000" y="9506432"/>
                </a:lnTo>
                <a:lnTo>
                  <a:pt x="0" y="9506432"/>
                </a:lnTo>
                <a:lnTo>
                  <a:pt x="0" y="0"/>
                </a:lnTo>
                <a:close/>
              </a:path>
            </a:pathLst>
          </a:custGeom>
          <a:blipFill>
            <a:blip r:embed="rId2"/>
            <a:stretch>
              <a:fillRect l="0" t="0" r="0" b="0"/>
            </a:stretch>
          </a:blipFill>
        </p:spPr>
      </p:sp>
      <p:sp>
        <p:nvSpPr>
          <p:cNvPr name="Freeform 3" id="3"/>
          <p:cNvSpPr/>
          <p:nvPr/>
        </p:nvSpPr>
        <p:spPr>
          <a:xfrm flipH="true" flipV="false" rot="0">
            <a:off x="9938810" y="158962"/>
            <a:ext cx="9144000" cy="9506433"/>
          </a:xfrm>
          <a:custGeom>
            <a:avLst/>
            <a:gdLst/>
            <a:ahLst/>
            <a:cxnLst/>
            <a:rect r="r" b="b" t="t" l="l"/>
            <a:pathLst>
              <a:path h="9506433" w="9144000">
                <a:moveTo>
                  <a:pt x="9144000" y="0"/>
                </a:moveTo>
                <a:lnTo>
                  <a:pt x="0" y="0"/>
                </a:lnTo>
                <a:lnTo>
                  <a:pt x="0" y="9506433"/>
                </a:lnTo>
                <a:lnTo>
                  <a:pt x="9144000" y="9506433"/>
                </a:lnTo>
                <a:lnTo>
                  <a:pt x="9144000" y="0"/>
                </a:lnTo>
                <a:close/>
              </a:path>
            </a:pathLst>
          </a:custGeom>
          <a:blipFill>
            <a:blip r:embed="rId2"/>
            <a:stretch>
              <a:fillRect l="0" t="0" r="0" b="0"/>
            </a:stretch>
          </a:blipFill>
        </p:spPr>
      </p:sp>
      <p:sp>
        <p:nvSpPr>
          <p:cNvPr name="Freeform 4" id="4"/>
          <p:cNvSpPr/>
          <p:nvPr/>
        </p:nvSpPr>
        <p:spPr>
          <a:xfrm flipH="false" flipV="false" rot="0">
            <a:off x="11905804" y="3906617"/>
            <a:ext cx="5724538" cy="5724538"/>
          </a:xfrm>
          <a:custGeom>
            <a:avLst/>
            <a:gdLst/>
            <a:ahLst/>
            <a:cxnLst/>
            <a:rect r="r" b="b" t="t" l="l"/>
            <a:pathLst>
              <a:path h="5724538" w="5724538">
                <a:moveTo>
                  <a:pt x="0" y="0"/>
                </a:moveTo>
                <a:lnTo>
                  <a:pt x="5724538" y="0"/>
                </a:lnTo>
                <a:lnTo>
                  <a:pt x="5724538" y="5724539"/>
                </a:lnTo>
                <a:lnTo>
                  <a:pt x="0" y="5724539"/>
                </a:lnTo>
                <a:lnTo>
                  <a:pt x="0" y="0"/>
                </a:lnTo>
                <a:close/>
              </a:path>
            </a:pathLst>
          </a:custGeom>
          <a:blipFill>
            <a:blip r:embed="rId3">
              <a:extLst>
                <a:ext uri="{96DAC541-7B7A-43D3-8B79-37D633B846F1}">
                  <asvg:svgBlip xmlns:asvg="http://schemas.microsoft.com/office/drawing/2016/SVG/main" r:embed="rId4"/>
                </a:ext>
              </a:extLst>
            </a:blip>
            <a:stretch>
              <a:fillRect l="0" t="0" r="0" b="0"/>
            </a:stretch>
          </a:blipFill>
        </p:spPr>
      </p:sp>
      <p:sp>
        <p:nvSpPr>
          <p:cNvPr name="Freeform 5" id="5"/>
          <p:cNvSpPr/>
          <p:nvPr/>
        </p:nvSpPr>
        <p:spPr>
          <a:xfrm flipH="false" flipV="false" rot="0">
            <a:off x="-1456730" y="-774083"/>
            <a:ext cx="4010803" cy="2202295"/>
          </a:xfrm>
          <a:custGeom>
            <a:avLst/>
            <a:gdLst/>
            <a:ahLst/>
            <a:cxnLst/>
            <a:rect r="r" b="b" t="t" l="l"/>
            <a:pathLst>
              <a:path h="2202295" w="4010803">
                <a:moveTo>
                  <a:pt x="0" y="0"/>
                </a:moveTo>
                <a:lnTo>
                  <a:pt x="4010803" y="0"/>
                </a:lnTo>
                <a:lnTo>
                  <a:pt x="4010803" y="2202295"/>
                </a:lnTo>
                <a:lnTo>
                  <a:pt x="0" y="2202295"/>
                </a:lnTo>
                <a:lnTo>
                  <a:pt x="0" y="0"/>
                </a:lnTo>
                <a:close/>
              </a:path>
            </a:pathLst>
          </a:custGeom>
          <a:blipFill>
            <a:blip r:embed="rId5">
              <a:extLst>
                <a:ext uri="{96DAC541-7B7A-43D3-8B79-37D633B846F1}">
                  <asvg:svgBlip xmlns:asvg="http://schemas.microsoft.com/office/drawing/2016/SVG/main" r:embed="rId6"/>
                </a:ext>
              </a:extLst>
            </a:blip>
            <a:stretch>
              <a:fillRect l="0" t="0" r="0" b="0"/>
            </a:stretch>
          </a:blipFill>
        </p:spPr>
      </p:sp>
      <p:grpSp>
        <p:nvGrpSpPr>
          <p:cNvPr name="Group 6" id="6"/>
          <p:cNvGrpSpPr/>
          <p:nvPr/>
        </p:nvGrpSpPr>
        <p:grpSpPr>
          <a:xfrm rot="0">
            <a:off x="613857" y="1615440"/>
            <a:ext cx="10292308" cy="4344459"/>
            <a:chOff x="0" y="0"/>
            <a:chExt cx="13723077" cy="5792612"/>
          </a:xfrm>
        </p:grpSpPr>
        <p:grpSp>
          <p:nvGrpSpPr>
            <p:cNvPr name="Group 7" id="7"/>
            <p:cNvGrpSpPr/>
            <p:nvPr/>
          </p:nvGrpSpPr>
          <p:grpSpPr>
            <a:xfrm rot="0">
              <a:off x="0" y="0"/>
              <a:ext cx="13723077" cy="5792612"/>
              <a:chOff x="0" y="0"/>
              <a:chExt cx="3445435" cy="1454343"/>
            </a:xfrm>
          </p:grpSpPr>
          <p:sp>
            <p:nvSpPr>
              <p:cNvPr name="Freeform 8" id="8"/>
              <p:cNvSpPr/>
              <p:nvPr/>
            </p:nvSpPr>
            <p:spPr>
              <a:xfrm flipH="false" flipV="false" rot="0">
                <a:off x="0" y="0"/>
                <a:ext cx="3445435" cy="1454343"/>
              </a:xfrm>
              <a:custGeom>
                <a:avLst/>
                <a:gdLst/>
                <a:ahLst/>
                <a:cxnLst/>
                <a:rect r="r" b="b" t="t" l="l"/>
                <a:pathLst>
                  <a:path h="1454343" w="3445435">
                    <a:moveTo>
                      <a:pt x="18053" y="0"/>
                    </a:moveTo>
                    <a:lnTo>
                      <a:pt x="3427382" y="0"/>
                    </a:lnTo>
                    <a:cubicBezTo>
                      <a:pt x="3432170" y="0"/>
                      <a:pt x="3436762" y="1902"/>
                      <a:pt x="3440147" y="5288"/>
                    </a:cubicBezTo>
                    <a:cubicBezTo>
                      <a:pt x="3443533" y="8673"/>
                      <a:pt x="3445435" y="13265"/>
                      <a:pt x="3445435" y="18053"/>
                    </a:cubicBezTo>
                    <a:lnTo>
                      <a:pt x="3445435" y="1436291"/>
                    </a:lnTo>
                    <a:cubicBezTo>
                      <a:pt x="3445435" y="1441078"/>
                      <a:pt x="3443533" y="1445670"/>
                      <a:pt x="3440147" y="1449056"/>
                    </a:cubicBezTo>
                    <a:cubicBezTo>
                      <a:pt x="3436762" y="1452441"/>
                      <a:pt x="3432170" y="1454343"/>
                      <a:pt x="3427382" y="1454343"/>
                    </a:cubicBezTo>
                    <a:lnTo>
                      <a:pt x="18053" y="1454343"/>
                    </a:lnTo>
                    <a:cubicBezTo>
                      <a:pt x="13265" y="1454343"/>
                      <a:pt x="8673" y="1452441"/>
                      <a:pt x="5288" y="1449056"/>
                    </a:cubicBezTo>
                    <a:cubicBezTo>
                      <a:pt x="1902" y="1445670"/>
                      <a:pt x="0" y="1441078"/>
                      <a:pt x="0" y="1436291"/>
                    </a:cubicBezTo>
                    <a:lnTo>
                      <a:pt x="0" y="18053"/>
                    </a:lnTo>
                    <a:cubicBezTo>
                      <a:pt x="0" y="13265"/>
                      <a:pt x="1902" y="8673"/>
                      <a:pt x="5288" y="5288"/>
                    </a:cubicBezTo>
                    <a:cubicBezTo>
                      <a:pt x="8673" y="1902"/>
                      <a:pt x="13265" y="0"/>
                      <a:pt x="18053" y="0"/>
                    </a:cubicBezTo>
                    <a:close/>
                  </a:path>
                </a:pathLst>
              </a:custGeom>
              <a:solidFill>
                <a:srgbClr val="CA81C7"/>
              </a:solidFill>
            </p:spPr>
          </p:sp>
          <p:sp>
            <p:nvSpPr>
              <p:cNvPr name="TextBox 9" id="9"/>
              <p:cNvSpPr txBox="true"/>
              <p:nvPr/>
            </p:nvSpPr>
            <p:spPr>
              <a:xfrm>
                <a:off x="0" y="85725"/>
                <a:ext cx="3445435" cy="1368618"/>
              </a:xfrm>
              <a:prstGeom prst="rect">
                <a:avLst/>
              </a:prstGeom>
            </p:spPr>
            <p:txBody>
              <a:bodyPr anchor="ctr" rtlCol="false" tIns="50800" lIns="50800" bIns="50800" rIns="50800"/>
              <a:lstStyle/>
              <a:p>
                <a:pPr algn="ctr">
                  <a:lnSpc>
                    <a:spcPts val="1925"/>
                  </a:lnSpc>
                </a:pPr>
              </a:p>
            </p:txBody>
          </p:sp>
        </p:grpSp>
        <p:sp>
          <p:nvSpPr>
            <p:cNvPr name="TextBox 10" id="10"/>
            <p:cNvSpPr txBox="true"/>
            <p:nvPr/>
          </p:nvSpPr>
          <p:spPr>
            <a:xfrm rot="0">
              <a:off x="0" y="176111"/>
              <a:ext cx="13723077" cy="5376547"/>
            </a:xfrm>
            <a:prstGeom prst="rect">
              <a:avLst/>
            </a:prstGeom>
          </p:spPr>
          <p:txBody>
            <a:bodyPr anchor="t" rtlCol="false" tIns="0" lIns="0" bIns="0" rIns="0">
              <a:spAutoFit/>
            </a:bodyPr>
            <a:lstStyle/>
            <a:p>
              <a:pPr algn="ctr" marL="0" indent="0" lvl="0">
                <a:lnSpc>
                  <a:spcPts val="6344"/>
                </a:lnSpc>
                <a:spcBef>
                  <a:spcPct val="0"/>
                </a:spcBef>
              </a:pPr>
              <a:r>
                <a:rPr lang="en-US" sz="4699" spc="281">
                  <a:solidFill>
                    <a:srgbClr val="FFFFFF"/>
                  </a:solidFill>
                  <a:latin typeface="Handyman"/>
                  <a:ea typeface="Handyman"/>
                  <a:cs typeface="Handyman"/>
                  <a:sym typeface="Handyman"/>
                </a:rPr>
                <a:t>„StarHire“ е уеб базирана платформа за междугалактическа борса за работа с ясно дефинирани роли на потребителите (извънземни, работодатели, администратори).</a:t>
              </a:r>
            </a:p>
          </p:txBody>
        </p:sp>
      </p:grpSp>
      <p:grpSp>
        <p:nvGrpSpPr>
          <p:cNvPr name="Group 11" id="11"/>
          <p:cNvGrpSpPr/>
          <p:nvPr/>
        </p:nvGrpSpPr>
        <p:grpSpPr>
          <a:xfrm rot="0">
            <a:off x="613857" y="6367901"/>
            <a:ext cx="10292308" cy="3461137"/>
            <a:chOff x="0" y="0"/>
            <a:chExt cx="13723077" cy="4614850"/>
          </a:xfrm>
        </p:grpSpPr>
        <p:grpSp>
          <p:nvGrpSpPr>
            <p:cNvPr name="Group 12" id="12"/>
            <p:cNvGrpSpPr/>
            <p:nvPr/>
          </p:nvGrpSpPr>
          <p:grpSpPr>
            <a:xfrm rot="0">
              <a:off x="0" y="0"/>
              <a:ext cx="13723077" cy="4614850"/>
              <a:chOff x="0" y="0"/>
              <a:chExt cx="3445435" cy="1158644"/>
            </a:xfrm>
          </p:grpSpPr>
          <p:sp>
            <p:nvSpPr>
              <p:cNvPr name="Freeform 13" id="13"/>
              <p:cNvSpPr/>
              <p:nvPr/>
            </p:nvSpPr>
            <p:spPr>
              <a:xfrm flipH="false" flipV="false" rot="0">
                <a:off x="0" y="0"/>
                <a:ext cx="3445435" cy="1158644"/>
              </a:xfrm>
              <a:custGeom>
                <a:avLst/>
                <a:gdLst/>
                <a:ahLst/>
                <a:cxnLst/>
                <a:rect r="r" b="b" t="t" l="l"/>
                <a:pathLst>
                  <a:path h="1158644" w="3445435">
                    <a:moveTo>
                      <a:pt x="18053" y="0"/>
                    </a:moveTo>
                    <a:lnTo>
                      <a:pt x="3427382" y="0"/>
                    </a:lnTo>
                    <a:cubicBezTo>
                      <a:pt x="3432170" y="0"/>
                      <a:pt x="3436762" y="1902"/>
                      <a:pt x="3440147" y="5288"/>
                    </a:cubicBezTo>
                    <a:cubicBezTo>
                      <a:pt x="3443533" y="8673"/>
                      <a:pt x="3445435" y="13265"/>
                      <a:pt x="3445435" y="18053"/>
                    </a:cubicBezTo>
                    <a:lnTo>
                      <a:pt x="3445435" y="1140591"/>
                    </a:lnTo>
                    <a:cubicBezTo>
                      <a:pt x="3445435" y="1145379"/>
                      <a:pt x="3443533" y="1149971"/>
                      <a:pt x="3440147" y="1153357"/>
                    </a:cubicBezTo>
                    <a:cubicBezTo>
                      <a:pt x="3436762" y="1156742"/>
                      <a:pt x="3432170" y="1158644"/>
                      <a:pt x="3427382" y="1158644"/>
                    </a:cubicBezTo>
                    <a:lnTo>
                      <a:pt x="18053" y="1158644"/>
                    </a:lnTo>
                    <a:cubicBezTo>
                      <a:pt x="13265" y="1158644"/>
                      <a:pt x="8673" y="1156742"/>
                      <a:pt x="5288" y="1153357"/>
                    </a:cubicBezTo>
                    <a:cubicBezTo>
                      <a:pt x="1902" y="1149971"/>
                      <a:pt x="0" y="1145379"/>
                      <a:pt x="0" y="1140591"/>
                    </a:cubicBezTo>
                    <a:lnTo>
                      <a:pt x="0" y="18053"/>
                    </a:lnTo>
                    <a:cubicBezTo>
                      <a:pt x="0" y="13265"/>
                      <a:pt x="1902" y="8673"/>
                      <a:pt x="5288" y="5288"/>
                    </a:cubicBezTo>
                    <a:cubicBezTo>
                      <a:pt x="8673" y="1902"/>
                      <a:pt x="13265" y="0"/>
                      <a:pt x="18053" y="0"/>
                    </a:cubicBezTo>
                    <a:close/>
                  </a:path>
                </a:pathLst>
              </a:custGeom>
              <a:solidFill>
                <a:srgbClr val="CA81C7"/>
              </a:solidFill>
            </p:spPr>
          </p:sp>
          <p:sp>
            <p:nvSpPr>
              <p:cNvPr name="TextBox 14" id="14"/>
              <p:cNvSpPr txBox="true"/>
              <p:nvPr/>
            </p:nvSpPr>
            <p:spPr>
              <a:xfrm>
                <a:off x="0" y="85725"/>
                <a:ext cx="3445435" cy="1072919"/>
              </a:xfrm>
              <a:prstGeom prst="rect">
                <a:avLst/>
              </a:prstGeom>
            </p:spPr>
            <p:txBody>
              <a:bodyPr anchor="ctr" rtlCol="false" tIns="50800" lIns="50800" bIns="50800" rIns="50800"/>
              <a:lstStyle/>
              <a:p>
                <a:pPr algn="ctr">
                  <a:lnSpc>
                    <a:spcPts val="1925"/>
                  </a:lnSpc>
                </a:pPr>
              </a:p>
            </p:txBody>
          </p:sp>
        </p:grpSp>
        <p:sp>
          <p:nvSpPr>
            <p:cNvPr name="TextBox 15" id="15"/>
            <p:cNvSpPr txBox="true"/>
            <p:nvPr/>
          </p:nvSpPr>
          <p:spPr>
            <a:xfrm rot="0">
              <a:off x="0" y="18404"/>
              <a:ext cx="13723077" cy="4309745"/>
            </a:xfrm>
            <a:prstGeom prst="rect">
              <a:avLst/>
            </a:prstGeom>
          </p:spPr>
          <p:txBody>
            <a:bodyPr anchor="t" rtlCol="false" tIns="0" lIns="0" bIns="0" rIns="0">
              <a:spAutoFit/>
            </a:bodyPr>
            <a:lstStyle/>
            <a:p>
              <a:pPr algn="ctr" marL="0" indent="0" lvl="0">
                <a:lnSpc>
                  <a:spcPts val="6345"/>
                </a:lnSpc>
                <a:spcBef>
                  <a:spcPct val="0"/>
                </a:spcBef>
              </a:pPr>
              <a:r>
                <a:rPr lang="en-US" sz="4700" spc="282">
                  <a:solidFill>
                    <a:srgbClr val="FFFFFF"/>
                  </a:solidFill>
                  <a:latin typeface="Handyman"/>
                  <a:ea typeface="Handyman"/>
                  <a:cs typeface="Handyman"/>
                  <a:sym typeface="Handyman"/>
                </a:rPr>
                <a:t>Проектът използва трислойна архитектура и съвременни .NET технологии за сигурно и функционално приложение.</a:t>
              </a:r>
            </a:p>
          </p:txBody>
        </p:sp>
      </p:grpSp>
      <p:sp>
        <p:nvSpPr>
          <p:cNvPr name="TextBox 16" id="16"/>
          <p:cNvSpPr txBox="true"/>
          <p:nvPr/>
        </p:nvSpPr>
        <p:spPr>
          <a:xfrm rot="0">
            <a:off x="3037000" y="174664"/>
            <a:ext cx="12214000" cy="1285875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10499"/>
              </a:lnSpc>
            </a:pPr>
            <a:r>
              <a:rPr lang="en-US" sz="7499">
                <a:solidFill>
                  <a:srgbClr val="FFFFFF"/>
                </a:solidFill>
                <a:latin typeface="Lazydog"/>
                <a:ea typeface="Lazydog"/>
                <a:cs typeface="Lazydog"/>
                <a:sym typeface="Lazydog"/>
              </a:rPr>
              <a:t>Същност</a:t>
            </a:r>
          </a:p>
        </p:txBody>
      </p:sp>
      <p:sp>
        <p:nvSpPr>
          <p:cNvPr name="Freeform 17" id="17"/>
          <p:cNvSpPr/>
          <p:nvPr/>
        </p:nvSpPr>
        <p:spPr>
          <a:xfrm flipH="false" flipV="false" rot="0">
            <a:off x="13293213" y="1962458"/>
            <a:ext cx="2949720" cy="2949720"/>
          </a:xfrm>
          <a:custGeom>
            <a:avLst/>
            <a:gdLst/>
            <a:ahLst/>
            <a:cxnLst/>
            <a:rect r="r" b="b" t="t" l="l"/>
            <a:pathLst>
              <a:path h="2949720" w="2949720">
                <a:moveTo>
                  <a:pt x="0" y="0"/>
                </a:moveTo>
                <a:lnTo>
                  <a:pt x="2949720" y="0"/>
                </a:lnTo>
                <a:lnTo>
                  <a:pt x="2949720" y="2949720"/>
                </a:lnTo>
                <a:lnTo>
                  <a:pt x="0" y="2949720"/>
                </a:lnTo>
                <a:lnTo>
                  <a:pt x="0" y="0"/>
                </a:lnTo>
                <a:close/>
              </a:path>
            </a:pathLst>
          </a:custGeom>
          <a:blipFill>
            <a:blip r:embed="rId7"/>
            <a:stretch>
              <a:fillRect l="0" t="0" r="0" b="0"/>
            </a:stretch>
          </a:blipFill>
        </p:spPr>
      </p:sp>
    </p:spTree>
  </p:cSld>
  <p:clrMapOvr>
    <a:masterClrMapping/>
  </p:clrMapOvr>
  <p:transition spd="fast">
    <p:push dir="l"/>
  </p:transition>
</p:sld>
</file>

<file path=ppt/slides/slide4.xml><?xml version="1.0" encoding="utf-8"?>
<p:sld xmlns:p="http://schemas.openxmlformats.org/presentationml/2006/main" xmlns:a="http://schemas.openxmlformats.org/drawingml/2006/main" xmlns:r="http://schemas.openxmlformats.org/officeDocument/2006/relationships">
  <p:cSld>
    <p:bg>
      <p:bgPr>
        <a:gradFill rotWithShape="true">
          <a:gsLst>
            <a:gs pos="0">
              <a:srgbClr val="042C62">
                <a:alpha val="100000"/>
              </a:srgbClr>
            </a:gs>
            <a:gs pos="100000">
              <a:srgbClr val="A177AF">
                <a:alpha val="100000"/>
              </a:srgbClr>
            </a:gs>
          </a:gsLst>
          <a:lin ang="5400000"/>
        </a:gra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name="Freeform 2" id="2"/>
          <p:cNvSpPr/>
          <p:nvPr/>
        </p:nvSpPr>
        <p:spPr>
          <a:xfrm flipH="false" flipV="false" rot="0">
            <a:off x="-1826167" y="221512"/>
            <a:ext cx="9457358" cy="9832211"/>
          </a:xfrm>
          <a:custGeom>
            <a:avLst/>
            <a:gdLst/>
            <a:ahLst/>
            <a:cxnLst/>
            <a:rect r="r" b="b" t="t" l="l"/>
            <a:pathLst>
              <a:path h="9832211" w="9457358">
                <a:moveTo>
                  <a:pt x="0" y="0"/>
                </a:moveTo>
                <a:lnTo>
                  <a:pt x="9457358" y="0"/>
                </a:lnTo>
                <a:lnTo>
                  <a:pt x="9457358" y="9832211"/>
                </a:lnTo>
                <a:lnTo>
                  <a:pt x="0" y="9832211"/>
                </a:lnTo>
                <a:lnTo>
                  <a:pt x="0" y="0"/>
                </a:lnTo>
                <a:close/>
              </a:path>
            </a:pathLst>
          </a:custGeom>
          <a:blipFill>
            <a:blip r:embed="rId2"/>
            <a:stretch>
              <a:fillRect l="0" t="0" r="0" b="0"/>
            </a:stretch>
          </a:blipFill>
        </p:spPr>
      </p:sp>
      <p:sp>
        <p:nvSpPr>
          <p:cNvPr name="Freeform 3" id="3"/>
          <p:cNvSpPr/>
          <p:nvPr/>
        </p:nvSpPr>
        <p:spPr>
          <a:xfrm flipH="true" flipV="false" rot="0">
            <a:off x="8965972" y="-147174"/>
            <a:ext cx="10036371" cy="10434174"/>
          </a:xfrm>
          <a:custGeom>
            <a:avLst/>
            <a:gdLst/>
            <a:ahLst/>
            <a:cxnLst/>
            <a:rect r="r" b="b" t="t" l="l"/>
            <a:pathLst>
              <a:path h="10434174" w="10036371">
                <a:moveTo>
                  <a:pt x="10036371" y="0"/>
                </a:moveTo>
                <a:lnTo>
                  <a:pt x="0" y="0"/>
                </a:lnTo>
                <a:lnTo>
                  <a:pt x="0" y="10434174"/>
                </a:lnTo>
                <a:lnTo>
                  <a:pt x="10036371" y="10434174"/>
                </a:lnTo>
                <a:lnTo>
                  <a:pt x="10036371" y="0"/>
                </a:lnTo>
                <a:close/>
              </a:path>
            </a:pathLst>
          </a:custGeom>
          <a:blipFill>
            <a:blip r:embed="rId2"/>
            <a:stretch>
              <a:fillRect l="0" t="0" r="0" b="0"/>
            </a:stretch>
          </a:blipFill>
        </p:spPr>
      </p:sp>
      <p:sp>
        <p:nvSpPr>
          <p:cNvPr name="Freeform 4" id="4"/>
          <p:cNvSpPr/>
          <p:nvPr/>
        </p:nvSpPr>
        <p:spPr>
          <a:xfrm flipH="false" flipV="false" rot="0">
            <a:off x="14166622" y="651299"/>
            <a:ext cx="474490" cy="423746"/>
          </a:xfrm>
          <a:custGeom>
            <a:avLst/>
            <a:gdLst/>
            <a:ahLst/>
            <a:cxnLst/>
            <a:rect r="r" b="b" t="t" l="l"/>
            <a:pathLst>
              <a:path h="423746" w="474490">
                <a:moveTo>
                  <a:pt x="0" y="0"/>
                </a:moveTo>
                <a:lnTo>
                  <a:pt x="474491" y="0"/>
                </a:lnTo>
                <a:lnTo>
                  <a:pt x="474491" y="423747"/>
                </a:lnTo>
                <a:lnTo>
                  <a:pt x="0" y="423747"/>
                </a:lnTo>
                <a:lnTo>
                  <a:pt x="0" y="0"/>
                </a:lnTo>
                <a:close/>
              </a:path>
            </a:pathLst>
          </a:custGeom>
          <a:blipFill>
            <a:blip r:embed="rId3"/>
            <a:stretch>
              <a:fillRect l="-141339" t="-79679" r="-24689" b="-80971"/>
            </a:stretch>
          </a:blipFill>
        </p:spPr>
      </p:sp>
      <p:sp>
        <p:nvSpPr>
          <p:cNvPr name="Freeform 5" id="5"/>
          <p:cNvSpPr/>
          <p:nvPr/>
        </p:nvSpPr>
        <p:spPr>
          <a:xfrm flipH="false" flipV="false" rot="-529564">
            <a:off x="8233464" y="9046427"/>
            <a:ext cx="474490" cy="423746"/>
          </a:xfrm>
          <a:custGeom>
            <a:avLst/>
            <a:gdLst/>
            <a:ahLst/>
            <a:cxnLst/>
            <a:rect r="r" b="b" t="t" l="l"/>
            <a:pathLst>
              <a:path h="423746" w="474490">
                <a:moveTo>
                  <a:pt x="0" y="0"/>
                </a:moveTo>
                <a:lnTo>
                  <a:pt x="474490" y="0"/>
                </a:lnTo>
                <a:lnTo>
                  <a:pt x="474490" y="423746"/>
                </a:lnTo>
                <a:lnTo>
                  <a:pt x="0" y="423746"/>
                </a:lnTo>
                <a:lnTo>
                  <a:pt x="0" y="0"/>
                </a:lnTo>
                <a:close/>
              </a:path>
            </a:pathLst>
          </a:custGeom>
          <a:blipFill>
            <a:blip r:embed="rId3"/>
            <a:stretch>
              <a:fillRect l="-141339" t="-79679" r="-24689" b="-80971"/>
            </a:stretch>
          </a:blipFill>
        </p:spPr>
      </p:sp>
      <p:sp>
        <p:nvSpPr>
          <p:cNvPr name="Freeform 6" id="6"/>
          <p:cNvSpPr/>
          <p:nvPr/>
        </p:nvSpPr>
        <p:spPr>
          <a:xfrm flipH="true" flipV="true" rot="844515">
            <a:off x="4583763" y="7298321"/>
            <a:ext cx="224505" cy="826881"/>
          </a:xfrm>
          <a:custGeom>
            <a:avLst/>
            <a:gdLst/>
            <a:ahLst/>
            <a:cxnLst/>
            <a:rect r="r" b="b" t="t" l="l"/>
            <a:pathLst>
              <a:path h="826881" w="224505">
                <a:moveTo>
                  <a:pt x="224505" y="826881"/>
                </a:moveTo>
                <a:lnTo>
                  <a:pt x="0" y="826881"/>
                </a:lnTo>
                <a:lnTo>
                  <a:pt x="0" y="0"/>
                </a:lnTo>
                <a:lnTo>
                  <a:pt x="224505" y="0"/>
                </a:lnTo>
                <a:lnTo>
                  <a:pt x="224505" y="826881"/>
                </a:lnTo>
                <a:close/>
              </a:path>
            </a:pathLst>
          </a:custGeom>
          <a:blipFill>
            <a:blip r:embed="rId3"/>
            <a:stretch>
              <a:fillRect l="-677507" t="-192267" r="-452731" b="0"/>
            </a:stretch>
          </a:blipFill>
        </p:spPr>
      </p:sp>
      <p:sp>
        <p:nvSpPr>
          <p:cNvPr name="Freeform 7" id="7"/>
          <p:cNvSpPr/>
          <p:nvPr/>
        </p:nvSpPr>
        <p:spPr>
          <a:xfrm flipH="true" flipV="true" rot="844515">
            <a:off x="13216291" y="4887066"/>
            <a:ext cx="224505" cy="826881"/>
          </a:xfrm>
          <a:custGeom>
            <a:avLst/>
            <a:gdLst/>
            <a:ahLst/>
            <a:cxnLst/>
            <a:rect r="r" b="b" t="t" l="l"/>
            <a:pathLst>
              <a:path h="826881" w="224505">
                <a:moveTo>
                  <a:pt x="224504" y="826881"/>
                </a:moveTo>
                <a:lnTo>
                  <a:pt x="0" y="826881"/>
                </a:lnTo>
                <a:lnTo>
                  <a:pt x="0" y="0"/>
                </a:lnTo>
                <a:lnTo>
                  <a:pt x="224504" y="0"/>
                </a:lnTo>
                <a:lnTo>
                  <a:pt x="224504" y="826881"/>
                </a:lnTo>
                <a:close/>
              </a:path>
            </a:pathLst>
          </a:custGeom>
          <a:blipFill>
            <a:blip r:embed="rId3"/>
            <a:stretch>
              <a:fillRect l="-677507" t="-192267" r="-452731" b="0"/>
            </a:stretch>
          </a:blipFill>
        </p:spPr>
      </p:sp>
      <p:sp>
        <p:nvSpPr>
          <p:cNvPr name="Freeform 8" id="8"/>
          <p:cNvSpPr/>
          <p:nvPr/>
        </p:nvSpPr>
        <p:spPr>
          <a:xfrm flipH="true" flipV="true" rot="844515">
            <a:off x="8358457" y="661605"/>
            <a:ext cx="224505" cy="826881"/>
          </a:xfrm>
          <a:custGeom>
            <a:avLst/>
            <a:gdLst/>
            <a:ahLst/>
            <a:cxnLst/>
            <a:rect r="r" b="b" t="t" l="l"/>
            <a:pathLst>
              <a:path h="826881" w="224505">
                <a:moveTo>
                  <a:pt x="224505" y="826881"/>
                </a:moveTo>
                <a:lnTo>
                  <a:pt x="0" y="826881"/>
                </a:lnTo>
                <a:lnTo>
                  <a:pt x="0" y="0"/>
                </a:lnTo>
                <a:lnTo>
                  <a:pt x="224505" y="0"/>
                </a:lnTo>
                <a:lnTo>
                  <a:pt x="224505" y="826881"/>
                </a:lnTo>
                <a:close/>
              </a:path>
            </a:pathLst>
          </a:custGeom>
          <a:blipFill>
            <a:blip r:embed="rId3"/>
            <a:stretch>
              <a:fillRect l="-677507" t="-192267" r="-452731" b="0"/>
            </a:stretch>
          </a:blipFill>
        </p:spPr>
      </p:sp>
      <p:sp>
        <p:nvSpPr>
          <p:cNvPr name="Freeform 9" id="9"/>
          <p:cNvSpPr/>
          <p:nvPr/>
        </p:nvSpPr>
        <p:spPr>
          <a:xfrm flipH="true" flipV="true" rot="-4555484">
            <a:off x="12578535" y="8945818"/>
            <a:ext cx="224505" cy="826881"/>
          </a:xfrm>
          <a:custGeom>
            <a:avLst/>
            <a:gdLst/>
            <a:ahLst/>
            <a:cxnLst/>
            <a:rect r="r" b="b" t="t" l="l"/>
            <a:pathLst>
              <a:path h="826881" w="224505">
                <a:moveTo>
                  <a:pt x="224504" y="826881"/>
                </a:moveTo>
                <a:lnTo>
                  <a:pt x="0" y="826881"/>
                </a:lnTo>
                <a:lnTo>
                  <a:pt x="0" y="0"/>
                </a:lnTo>
                <a:lnTo>
                  <a:pt x="224504" y="0"/>
                </a:lnTo>
                <a:lnTo>
                  <a:pt x="224504" y="826881"/>
                </a:lnTo>
                <a:close/>
              </a:path>
            </a:pathLst>
          </a:custGeom>
          <a:blipFill>
            <a:blip r:embed="rId3"/>
            <a:stretch>
              <a:fillRect l="-677507" t="-192267" r="-452731" b="0"/>
            </a:stretch>
          </a:blipFill>
        </p:spPr>
      </p:sp>
      <p:sp>
        <p:nvSpPr>
          <p:cNvPr name="Freeform 10" id="10"/>
          <p:cNvSpPr/>
          <p:nvPr/>
        </p:nvSpPr>
        <p:spPr>
          <a:xfrm flipH="true" flipV="true" rot="-5988675">
            <a:off x="17350443" y="4052265"/>
            <a:ext cx="722220" cy="793036"/>
          </a:xfrm>
          <a:custGeom>
            <a:avLst/>
            <a:gdLst/>
            <a:ahLst/>
            <a:cxnLst/>
            <a:rect r="r" b="b" t="t" l="l"/>
            <a:pathLst>
              <a:path h="793036" w="722220">
                <a:moveTo>
                  <a:pt x="722220" y="793036"/>
                </a:moveTo>
                <a:lnTo>
                  <a:pt x="0" y="793036"/>
                </a:lnTo>
                <a:lnTo>
                  <a:pt x="0" y="0"/>
                </a:lnTo>
                <a:lnTo>
                  <a:pt x="722220" y="0"/>
                </a:lnTo>
                <a:lnTo>
                  <a:pt x="722220" y="793036"/>
                </a:lnTo>
                <a:close/>
              </a:path>
            </a:pathLst>
          </a:custGeom>
          <a:blipFill>
            <a:blip r:embed="rId3"/>
            <a:stretch>
              <a:fillRect l="-201985" t="-192267" r="-64785" b="0"/>
            </a:stretch>
          </a:blipFill>
        </p:spPr>
      </p:sp>
      <p:sp>
        <p:nvSpPr>
          <p:cNvPr name="Freeform 11" id="11"/>
          <p:cNvSpPr/>
          <p:nvPr/>
        </p:nvSpPr>
        <p:spPr>
          <a:xfrm flipH="false" flipV="false" rot="0">
            <a:off x="5381961" y="2462192"/>
            <a:ext cx="7209621" cy="5138493"/>
          </a:xfrm>
          <a:custGeom>
            <a:avLst/>
            <a:gdLst/>
            <a:ahLst/>
            <a:cxnLst/>
            <a:rect r="r" b="b" t="t" l="l"/>
            <a:pathLst>
              <a:path h="5138493" w="7209621">
                <a:moveTo>
                  <a:pt x="0" y="0"/>
                </a:moveTo>
                <a:lnTo>
                  <a:pt x="7209621" y="0"/>
                </a:lnTo>
                <a:lnTo>
                  <a:pt x="7209621" y="5138494"/>
                </a:lnTo>
                <a:lnTo>
                  <a:pt x="0" y="5138494"/>
                </a:lnTo>
                <a:lnTo>
                  <a:pt x="0" y="0"/>
                </a:lnTo>
                <a:close/>
              </a:path>
            </a:pathLst>
          </a:custGeom>
          <a:blipFill>
            <a:blip r:embed="rId4">
              <a:alphaModFix amt="15000"/>
              <a:extLst>
                <a:ext uri="{96DAC541-7B7A-43D3-8B79-37D633B846F1}">
                  <asvg:svgBlip xmlns:asvg="http://schemas.microsoft.com/office/drawing/2016/SVG/main" r:embed="rId5"/>
                </a:ext>
              </a:extLst>
            </a:blip>
            <a:stretch>
              <a:fillRect l="0" t="0" r="0" b="0"/>
            </a:stretch>
          </a:blipFill>
        </p:spPr>
      </p:sp>
      <p:sp>
        <p:nvSpPr>
          <p:cNvPr name="TextBox 12" id="12"/>
          <p:cNvSpPr txBox="true"/>
          <p:nvPr/>
        </p:nvSpPr>
        <p:spPr>
          <a:xfrm rot="0">
            <a:off x="5376175" y="3827801"/>
            <a:ext cx="7535650" cy="2718817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ctr">
              <a:lnSpc>
                <a:spcPts val="10602"/>
              </a:lnSpc>
            </a:pPr>
            <a:r>
              <a:rPr lang="en-US" sz="9300">
                <a:solidFill>
                  <a:srgbClr val="F1F9FD"/>
                </a:solidFill>
                <a:latin typeface="Lazydog"/>
                <a:ea typeface="Lazydog"/>
                <a:cs typeface="Lazydog"/>
                <a:sym typeface="Lazydog"/>
              </a:rPr>
              <a:t>ЦЕЛИ НА ПРОЕКТА</a:t>
            </a:r>
          </a:p>
        </p:txBody>
      </p:sp>
      <p:sp>
        <p:nvSpPr>
          <p:cNvPr name="TextBox 13" id="13"/>
          <p:cNvSpPr txBox="true"/>
          <p:nvPr/>
        </p:nvSpPr>
        <p:spPr>
          <a:xfrm rot="0">
            <a:off x="-311053" y="840205"/>
            <a:ext cx="5901366" cy="2651124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r">
              <a:lnSpc>
                <a:spcPts val="4999"/>
              </a:lnSpc>
            </a:pPr>
            <a:r>
              <a:rPr lang="en-US" sz="4999">
                <a:solidFill>
                  <a:srgbClr val="FFFFFE"/>
                </a:solidFill>
                <a:latin typeface="Handyman"/>
                <a:ea typeface="Handyman"/>
                <a:cs typeface="Handyman"/>
                <a:sym typeface="Handyman"/>
              </a:rPr>
              <a:t>Симулация на модерна система за подбор на кадри във фантастична среда</a:t>
            </a:r>
          </a:p>
        </p:txBody>
      </p:sp>
      <p:grpSp>
        <p:nvGrpSpPr>
          <p:cNvPr name="Group 14" id="14"/>
          <p:cNvGrpSpPr/>
          <p:nvPr/>
        </p:nvGrpSpPr>
        <p:grpSpPr>
          <a:xfrm rot="0">
            <a:off x="5067452" y="808128"/>
            <a:ext cx="2908078" cy="2908078"/>
            <a:chOff x="0" y="0"/>
            <a:chExt cx="3877438" cy="3877438"/>
          </a:xfrm>
        </p:grpSpPr>
        <p:sp>
          <p:nvSpPr>
            <p:cNvPr name="Freeform 15" id="15"/>
            <p:cNvSpPr/>
            <p:nvPr/>
          </p:nvSpPr>
          <p:spPr>
            <a:xfrm flipH="false" flipV="false" rot="0">
              <a:off x="0" y="0"/>
              <a:ext cx="3877438" cy="3877438"/>
            </a:xfrm>
            <a:custGeom>
              <a:avLst/>
              <a:gdLst/>
              <a:ahLst/>
              <a:cxnLst/>
              <a:rect r="r" b="b" t="t" l="l"/>
              <a:pathLst>
                <a:path h="3877438" w="3877438">
                  <a:moveTo>
                    <a:pt x="0" y="0"/>
                  </a:moveTo>
                  <a:lnTo>
                    <a:pt x="3877438" y="0"/>
                  </a:lnTo>
                  <a:lnTo>
                    <a:pt x="3877438" y="3877438"/>
                  </a:lnTo>
                  <a:lnTo>
                    <a:pt x="0" y="3877438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6">
                <a:alphaModFix amt="15000"/>
                <a:extLst>
                  <a:ext uri="{96DAC541-7B7A-43D3-8B79-37D633B846F1}">
                    <asvg:svgBlip xmlns:asvg="http://schemas.microsoft.com/office/drawing/2016/SVG/main" r:embed="rId7"/>
                  </a:ext>
                </a:extLst>
              </a:blip>
              <a:stretch>
                <a:fillRect l="0" t="0" r="0" b="0"/>
              </a:stretch>
            </a:blipFill>
          </p:spPr>
        </p:sp>
        <p:sp>
          <p:nvSpPr>
            <p:cNvPr name="Freeform 16" id="16"/>
            <p:cNvSpPr/>
            <p:nvPr/>
          </p:nvSpPr>
          <p:spPr>
            <a:xfrm flipH="false" flipV="false" rot="0">
              <a:off x="902209" y="903504"/>
              <a:ext cx="2073020" cy="2070429"/>
            </a:xfrm>
            <a:custGeom>
              <a:avLst/>
              <a:gdLst/>
              <a:ahLst/>
              <a:cxnLst/>
              <a:rect r="r" b="b" t="t" l="l"/>
              <a:pathLst>
                <a:path h="2070429" w="2073020">
                  <a:moveTo>
                    <a:pt x="0" y="0"/>
                  </a:moveTo>
                  <a:lnTo>
                    <a:pt x="2073020" y="0"/>
                  </a:lnTo>
                  <a:lnTo>
                    <a:pt x="2073020" y="2070429"/>
                  </a:lnTo>
                  <a:lnTo>
                    <a:pt x="0" y="2070429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8"/>
              <a:stretch>
                <a:fillRect l="0" t="0" r="0" b="0"/>
              </a:stretch>
            </a:blipFill>
          </p:spPr>
        </p:sp>
      </p:grpSp>
      <p:grpSp>
        <p:nvGrpSpPr>
          <p:cNvPr name="Group 17" id="17"/>
          <p:cNvGrpSpPr/>
          <p:nvPr/>
        </p:nvGrpSpPr>
        <p:grpSpPr>
          <a:xfrm rot="0">
            <a:off x="5119616" y="6813251"/>
            <a:ext cx="2908078" cy="2908078"/>
            <a:chOff x="0" y="0"/>
            <a:chExt cx="3877438" cy="3877438"/>
          </a:xfrm>
        </p:grpSpPr>
        <p:sp>
          <p:nvSpPr>
            <p:cNvPr name="Freeform 18" id="18"/>
            <p:cNvSpPr/>
            <p:nvPr/>
          </p:nvSpPr>
          <p:spPr>
            <a:xfrm flipH="false" flipV="false" rot="0">
              <a:off x="0" y="0"/>
              <a:ext cx="3877438" cy="3877438"/>
            </a:xfrm>
            <a:custGeom>
              <a:avLst/>
              <a:gdLst/>
              <a:ahLst/>
              <a:cxnLst/>
              <a:rect r="r" b="b" t="t" l="l"/>
              <a:pathLst>
                <a:path h="3877438" w="3877438">
                  <a:moveTo>
                    <a:pt x="0" y="0"/>
                  </a:moveTo>
                  <a:lnTo>
                    <a:pt x="3877438" y="0"/>
                  </a:lnTo>
                  <a:lnTo>
                    <a:pt x="3877438" y="3877438"/>
                  </a:lnTo>
                  <a:lnTo>
                    <a:pt x="0" y="3877438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6">
                <a:alphaModFix amt="15000"/>
                <a:extLst>
                  <a:ext uri="{96DAC541-7B7A-43D3-8B79-37D633B846F1}">
                    <asvg:svgBlip xmlns:asvg="http://schemas.microsoft.com/office/drawing/2016/SVG/main" r:embed="rId7"/>
                  </a:ext>
                </a:extLst>
              </a:blip>
              <a:stretch>
                <a:fillRect l="0" t="0" r="0" b="0"/>
              </a:stretch>
            </a:blipFill>
          </p:spPr>
        </p:sp>
        <p:sp>
          <p:nvSpPr>
            <p:cNvPr name="Freeform 19" id="19"/>
            <p:cNvSpPr/>
            <p:nvPr/>
          </p:nvSpPr>
          <p:spPr>
            <a:xfrm flipH="false" flipV="false" rot="0">
              <a:off x="835431" y="832665"/>
              <a:ext cx="2206577" cy="2212107"/>
            </a:xfrm>
            <a:custGeom>
              <a:avLst/>
              <a:gdLst/>
              <a:ahLst/>
              <a:cxnLst/>
              <a:rect r="r" b="b" t="t" l="l"/>
              <a:pathLst>
                <a:path h="2212107" w="2206577">
                  <a:moveTo>
                    <a:pt x="0" y="0"/>
                  </a:moveTo>
                  <a:lnTo>
                    <a:pt x="2206576" y="0"/>
                  </a:lnTo>
                  <a:lnTo>
                    <a:pt x="2206576" y="2212107"/>
                  </a:lnTo>
                  <a:lnTo>
                    <a:pt x="0" y="2212107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9"/>
              <a:stretch>
                <a:fillRect l="0" t="0" r="0" b="0"/>
              </a:stretch>
            </a:blipFill>
          </p:spPr>
        </p:sp>
      </p:grpSp>
      <p:grpSp>
        <p:nvGrpSpPr>
          <p:cNvPr name="Group 20" id="20"/>
          <p:cNvGrpSpPr/>
          <p:nvPr/>
        </p:nvGrpSpPr>
        <p:grpSpPr>
          <a:xfrm rot="0">
            <a:off x="10468090" y="6889451"/>
            <a:ext cx="2908078" cy="2908078"/>
            <a:chOff x="0" y="0"/>
            <a:chExt cx="3877438" cy="3877438"/>
          </a:xfrm>
        </p:grpSpPr>
        <p:sp>
          <p:nvSpPr>
            <p:cNvPr name="Freeform 21" id="21"/>
            <p:cNvSpPr/>
            <p:nvPr/>
          </p:nvSpPr>
          <p:spPr>
            <a:xfrm flipH="false" flipV="false" rot="0">
              <a:off x="0" y="0"/>
              <a:ext cx="3877438" cy="3877438"/>
            </a:xfrm>
            <a:custGeom>
              <a:avLst/>
              <a:gdLst/>
              <a:ahLst/>
              <a:cxnLst/>
              <a:rect r="r" b="b" t="t" l="l"/>
              <a:pathLst>
                <a:path h="3877438" w="3877438">
                  <a:moveTo>
                    <a:pt x="0" y="0"/>
                  </a:moveTo>
                  <a:lnTo>
                    <a:pt x="3877438" y="0"/>
                  </a:lnTo>
                  <a:lnTo>
                    <a:pt x="3877438" y="3877438"/>
                  </a:lnTo>
                  <a:lnTo>
                    <a:pt x="0" y="3877438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6">
                <a:alphaModFix amt="15000"/>
                <a:extLst>
                  <a:ext uri="{96DAC541-7B7A-43D3-8B79-37D633B846F1}">
                    <asvg:svgBlip xmlns:asvg="http://schemas.microsoft.com/office/drawing/2016/SVG/main" r:embed="rId7"/>
                  </a:ext>
                </a:extLst>
              </a:blip>
              <a:stretch>
                <a:fillRect l="0" t="0" r="0" b="0"/>
              </a:stretch>
            </a:blipFill>
          </p:spPr>
        </p:sp>
        <p:sp>
          <p:nvSpPr>
            <p:cNvPr name="Freeform 22" id="22"/>
            <p:cNvSpPr/>
            <p:nvPr/>
          </p:nvSpPr>
          <p:spPr>
            <a:xfrm flipH="false" flipV="false" rot="0">
              <a:off x="835431" y="832665"/>
              <a:ext cx="2206577" cy="2212107"/>
            </a:xfrm>
            <a:custGeom>
              <a:avLst/>
              <a:gdLst/>
              <a:ahLst/>
              <a:cxnLst/>
              <a:rect r="r" b="b" t="t" l="l"/>
              <a:pathLst>
                <a:path h="2212107" w="2206577">
                  <a:moveTo>
                    <a:pt x="0" y="0"/>
                  </a:moveTo>
                  <a:lnTo>
                    <a:pt x="2206576" y="0"/>
                  </a:lnTo>
                  <a:lnTo>
                    <a:pt x="2206576" y="2212107"/>
                  </a:lnTo>
                  <a:lnTo>
                    <a:pt x="0" y="2212107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10"/>
              <a:stretch>
                <a:fillRect l="0" t="0" r="0" b="0"/>
              </a:stretch>
            </a:blipFill>
          </p:spPr>
        </p:sp>
      </p:grpSp>
      <p:grpSp>
        <p:nvGrpSpPr>
          <p:cNvPr name="Group 23" id="23"/>
          <p:cNvGrpSpPr/>
          <p:nvPr/>
        </p:nvGrpSpPr>
        <p:grpSpPr>
          <a:xfrm rot="0">
            <a:off x="10629894" y="810617"/>
            <a:ext cx="2908078" cy="2908078"/>
            <a:chOff x="0" y="0"/>
            <a:chExt cx="3877438" cy="3877438"/>
          </a:xfrm>
        </p:grpSpPr>
        <p:sp>
          <p:nvSpPr>
            <p:cNvPr name="Freeform 24" id="24"/>
            <p:cNvSpPr/>
            <p:nvPr/>
          </p:nvSpPr>
          <p:spPr>
            <a:xfrm flipH="false" flipV="false" rot="0">
              <a:off x="0" y="0"/>
              <a:ext cx="3877438" cy="3877438"/>
            </a:xfrm>
            <a:custGeom>
              <a:avLst/>
              <a:gdLst/>
              <a:ahLst/>
              <a:cxnLst/>
              <a:rect r="r" b="b" t="t" l="l"/>
              <a:pathLst>
                <a:path h="3877438" w="3877438">
                  <a:moveTo>
                    <a:pt x="0" y="0"/>
                  </a:moveTo>
                  <a:lnTo>
                    <a:pt x="3877438" y="0"/>
                  </a:lnTo>
                  <a:lnTo>
                    <a:pt x="3877438" y="3877438"/>
                  </a:lnTo>
                  <a:lnTo>
                    <a:pt x="0" y="3877438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6">
                <a:alphaModFix amt="15000"/>
                <a:extLst>
                  <a:ext uri="{96DAC541-7B7A-43D3-8B79-37D633B846F1}">
                    <asvg:svgBlip xmlns:asvg="http://schemas.microsoft.com/office/drawing/2016/SVG/main" r:embed="rId7"/>
                  </a:ext>
                </a:extLst>
              </a:blip>
              <a:stretch>
                <a:fillRect l="0" t="0" r="0" b="0"/>
              </a:stretch>
            </a:blipFill>
          </p:spPr>
        </p:sp>
        <p:sp>
          <p:nvSpPr>
            <p:cNvPr name="Freeform 25" id="25"/>
            <p:cNvSpPr/>
            <p:nvPr/>
          </p:nvSpPr>
          <p:spPr>
            <a:xfrm flipH="false" flipV="false" rot="0">
              <a:off x="896589" y="893977"/>
              <a:ext cx="2084260" cy="2089484"/>
            </a:xfrm>
            <a:custGeom>
              <a:avLst/>
              <a:gdLst/>
              <a:ahLst/>
              <a:cxnLst/>
              <a:rect r="r" b="b" t="t" l="l"/>
              <a:pathLst>
                <a:path h="2089484" w="2084260">
                  <a:moveTo>
                    <a:pt x="0" y="0"/>
                  </a:moveTo>
                  <a:lnTo>
                    <a:pt x="2084260" y="0"/>
                  </a:lnTo>
                  <a:lnTo>
                    <a:pt x="2084260" y="2089484"/>
                  </a:lnTo>
                  <a:lnTo>
                    <a:pt x="0" y="2089484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11"/>
              <a:stretch>
                <a:fillRect l="0" t="0" r="0" b="0"/>
              </a:stretch>
            </a:blipFill>
          </p:spPr>
        </p:sp>
      </p:grpSp>
      <p:sp>
        <p:nvSpPr>
          <p:cNvPr name="Freeform 26" id="26"/>
          <p:cNvSpPr/>
          <p:nvPr/>
        </p:nvSpPr>
        <p:spPr>
          <a:xfrm flipH="false" flipV="false" rot="0">
            <a:off x="7807155" y="1311656"/>
            <a:ext cx="2421684" cy="950511"/>
          </a:xfrm>
          <a:custGeom>
            <a:avLst/>
            <a:gdLst/>
            <a:ahLst/>
            <a:cxnLst/>
            <a:rect r="r" b="b" t="t" l="l"/>
            <a:pathLst>
              <a:path h="950511" w="2421684">
                <a:moveTo>
                  <a:pt x="0" y="0"/>
                </a:moveTo>
                <a:lnTo>
                  <a:pt x="2421684" y="0"/>
                </a:lnTo>
                <a:lnTo>
                  <a:pt x="2421684" y="950511"/>
                </a:lnTo>
                <a:lnTo>
                  <a:pt x="0" y="950511"/>
                </a:lnTo>
                <a:lnTo>
                  <a:pt x="0" y="0"/>
                </a:lnTo>
                <a:close/>
              </a:path>
            </a:pathLst>
          </a:custGeom>
          <a:blipFill>
            <a:blip r:embed="rId12"/>
            <a:stretch>
              <a:fillRect l="0" t="0" r="0" b="0"/>
            </a:stretch>
          </a:blipFill>
        </p:spPr>
      </p:sp>
      <p:sp>
        <p:nvSpPr>
          <p:cNvPr name="Freeform 27" id="27"/>
          <p:cNvSpPr/>
          <p:nvPr/>
        </p:nvSpPr>
        <p:spPr>
          <a:xfrm flipH="false" flipV="false" rot="-2327884">
            <a:off x="11599882" y="3911565"/>
            <a:ext cx="1983399" cy="560310"/>
          </a:xfrm>
          <a:custGeom>
            <a:avLst/>
            <a:gdLst/>
            <a:ahLst/>
            <a:cxnLst/>
            <a:rect r="r" b="b" t="t" l="l"/>
            <a:pathLst>
              <a:path h="560310" w="1983399">
                <a:moveTo>
                  <a:pt x="0" y="0"/>
                </a:moveTo>
                <a:lnTo>
                  <a:pt x="1983400" y="0"/>
                </a:lnTo>
                <a:lnTo>
                  <a:pt x="1983400" y="560311"/>
                </a:lnTo>
                <a:lnTo>
                  <a:pt x="0" y="560311"/>
                </a:lnTo>
                <a:lnTo>
                  <a:pt x="0" y="0"/>
                </a:lnTo>
                <a:close/>
              </a:path>
            </a:pathLst>
          </a:custGeom>
          <a:blipFill>
            <a:blip r:embed="rId13">
              <a:extLst>
                <a:ext uri="{96DAC541-7B7A-43D3-8B79-37D633B846F1}">
                  <asvg:svgBlip xmlns:asvg="http://schemas.microsoft.com/office/drawing/2016/SVG/main" r:embed="rId14"/>
                </a:ext>
              </a:extLst>
            </a:blip>
            <a:stretch>
              <a:fillRect l="0" t="0" r="0" b="0"/>
            </a:stretch>
          </a:blipFill>
        </p:spPr>
      </p:sp>
      <p:sp>
        <p:nvSpPr>
          <p:cNvPr name="TextBox 28" id="28"/>
          <p:cNvSpPr txBox="true"/>
          <p:nvPr/>
        </p:nvSpPr>
        <p:spPr>
          <a:xfrm rot="0">
            <a:off x="13166965" y="6171589"/>
            <a:ext cx="4996840" cy="3917950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5000"/>
              </a:lnSpc>
            </a:pPr>
            <a:r>
              <a:rPr lang="en-US" sz="5000">
                <a:solidFill>
                  <a:srgbClr val="FFFFFE"/>
                </a:solidFill>
                <a:latin typeface="Handyman"/>
                <a:ea typeface="Handyman"/>
                <a:cs typeface="Handyman"/>
                <a:sym typeface="Handyman"/>
              </a:rPr>
              <a:t>Изграждане на структурирано уеб приложение, което комбинира бизнес логика и база данни.</a:t>
            </a:r>
          </a:p>
        </p:txBody>
      </p:sp>
      <p:sp>
        <p:nvSpPr>
          <p:cNvPr name="TextBox 29" id="29"/>
          <p:cNvSpPr txBox="true"/>
          <p:nvPr/>
        </p:nvSpPr>
        <p:spPr>
          <a:xfrm rot="0">
            <a:off x="13537972" y="632249"/>
            <a:ext cx="4625833" cy="3289300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5000"/>
              </a:lnSpc>
            </a:pPr>
            <a:r>
              <a:rPr lang="en-US" sz="5000">
                <a:solidFill>
                  <a:srgbClr val="FFFFFE"/>
                </a:solidFill>
                <a:latin typeface="Handyman"/>
                <a:ea typeface="Handyman"/>
                <a:cs typeface="Handyman"/>
                <a:sym typeface="Handyman"/>
              </a:rPr>
              <a:t>Осигуряване на различни функционалности за всеки тип потребител</a:t>
            </a:r>
          </a:p>
        </p:txBody>
      </p:sp>
      <p:sp>
        <p:nvSpPr>
          <p:cNvPr name="TextBox 30" id="30"/>
          <p:cNvSpPr txBox="true"/>
          <p:nvPr/>
        </p:nvSpPr>
        <p:spPr>
          <a:xfrm rot="0">
            <a:off x="141210" y="7003640"/>
            <a:ext cx="5449103" cy="2660650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r">
              <a:lnSpc>
                <a:spcPts val="5000"/>
              </a:lnSpc>
            </a:pPr>
            <a:r>
              <a:rPr lang="en-US" sz="5000">
                <a:solidFill>
                  <a:srgbClr val="FFFFFE"/>
                </a:solidFill>
                <a:latin typeface="Handyman"/>
                <a:ea typeface="Handyman"/>
                <a:cs typeface="Handyman"/>
                <a:sym typeface="Handyman"/>
              </a:rPr>
              <a:t>Демонстрация за управлението на обяви за работа и кандидатури</a:t>
            </a:r>
          </a:p>
        </p:txBody>
      </p:sp>
      <p:sp>
        <p:nvSpPr>
          <p:cNvPr name="Freeform 31" id="31"/>
          <p:cNvSpPr/>
          <p:nvPr/>
        </p:nvSpPr>
        <p:spPr>
          <a:xfrm flipH="true" flipV="true" rot="-9316569">
            <a:off x="11092234" y="6706933"/>
            <a:ext cx="1983399" cy="560310"/>
          </a:xfrm>
          <a:custGeom>
            <a:avLst/>
            <a:gdLst/>
            <a:ahLst/>
            <a:cxnLst/>
            <a:rect r="r" b="b" t="t" l="l"/>
            <a:pathLst>
              <a:path h="560310" w="1983399">
                <a:moveTo>
                  <a:pt x="1983399" y="560311"/>
                </a:moveTo>
                <a:lnTo>
                  <a:pt x="0" y="560311"/>
                </a:lnTo>
                <a:lnTo>
                  <a:pt x="0" y="0"/>
                </a:lnTo>
                <a:lnTo>
                  <a:pt x="1983399" y="0"/>
                </a:lnTo>
                <a:lnTo>
                  <a:pt x="1983399" y="560311"/>
                </a:lnTo>
                <a:close/>
              </a:path>
            </a:pathLst>
          </a:custGeom>
          <a:blipFill>
            <a:blip r:embed="rId13">
              <a:extLst>
                <a:ext uri="{96DAC541-7B7A-43D3-8B79-37D633B846F1}">
                  <asvg:svgBlip xmlns:asvg="http://schemas.microsoft.com/office/drawing/2016/SVG/main" r:embed="rId14"/>
                </a:ext>
              </a:extLst>
            </a:blip>
            <a:stretch>
              <a:fillRect l="0" t="0" r="0" b="0"/>
            </a:stretch>
          </a:blipFill>
        </p:spPr>
      </p:sp>
      <p:sp>
        <p:nvSpPr>
          <p:cNvPr name="Freeform 32" id="32"/>
          <p:cNvSpPr/>
          <p:nvPr/>
        </p:nvSpPr>
        <p:spPr>
          <a:xfrm flipH="false" flipV="true" rot="-8747153">
            <a:off x="4390261" y="4000466"/>
            <a:ext cx="1983399" cy="560310"/>
          </a:xfrm>
          <a:custGeom>
            <a:avLst/>
            <a:gdLst/>
            <a:ahLst/>
            <a:cxnLst/>
            <a:rect r="r" b="b" t="t" l="l"/>
            <a:pathLst>
              <a:path h="560310" w="1983399">
                <a:moveTo>
                  <a:pt x="0" y="560310"/>
                </a:moveTo>
                <a:lnTo>
                  <a:pt x="1983400" y="560310"/>
                </a:lnTo>
                <a:lnTo>
                  <a:pt x="1983400" y="0"/>
                </a:lnTo>
                <a:lnTo>
                  <a:pt x="0" y="0"/>
                </a:lnTo>
                <a:lnTo>
                  <a:pt x="0" y="560310"/>
                </a:lnTo>
                <a:close/>
              </a:path>
            </a:pathLst>
          </a:custGeom>
          <a:blipFill>
            <a:blip r:embed="rId13">
              <a:extLst>
                <a:ext uri="{96DAC541-7B7A-43D3-8B79-37D633B846F1}">
                  <asvg:svgBlip xmlns:asvg="http://schemas.microsoft.com/office/drawing/2016/SVG/main" r:embed="rId14"/>
                </a:ext>
              </a:extLst>
            </a:blip>
            <a:stretch>
              <a:fillRect l="0" t="0" r="0" b="0"/>
            </a:stretch>
          </a:blipFill>
        </p:spPr>
      </p:sp>
      <p:sp>
        <p:nvSpPr>
          <p:cNvPr name="Freeform 33" id="33"/>
          <p:cNvSpPr/>
          <p:nvPr/>
        </p:nvSpPr>
        <p:spPr>
          <a:xfrm flipH="true" flipV="true" rot="-2095773">
            <a:off x="4598613" y="6121361"/>
            <a:ext cx="1983399" cy="560310"/>
          </a:xfrm>
          <a:custGeom>
            <a:avLst/>
            <a:gdLst/>
            <a:ahLst/>
            <a:cxnLst/>
            <a:rect r="r" b="b" t="t" l="l"/>
            <a:pathLst>
              <a:path h="560310" w="1983399">
                <a:moveTo>
                  <a:pt x="1983400" y="560311"/>
                </a:moveTo>
                <a:lnTo>
                  <a:pt x="0" y="560311"/>
                </a:lnTo>
                <a:lnTo>
                  <a:pt x="0" y="0"/>
                </a:lnTo>
                <a:lnTo>
                  <a:pt x="1983400" y="0"/>
                </a:lnTo>
                <a:lnTo>
                  <a:pt x="1983400" y="560311"/>
                </a:lnTo>
                <a:close/>
              </a:path>
            </a:pathLst>
          </a:custGeom>
          <a:blipFill>
            <a:blip r:embed="rId13">
              <a:extLst>
                <a:ext uri="{96DAC541-7B7A-43D3-8B79-37D633B846F1}">
                  <asvg:svgBlip xmlns:asvg="http://schemas.microsoft.com/office/drawing/2016/SVG/main" r:embed="rId14"/>
                </a:ext>
              </a:extLst>
            </a:blip>
            <a:stretch>
              <a:fillRect l="0" t="0" r="0" b="0"/>
            </a:stretch>
          </a:blipFill>
        </p:spPr>
      </p:sp>
    </p:spTree>
  </p:cSld>
  <p:clrMapOvr>
    <a:masterClrMapping/>
  </p:clrMapOvr>
  <p:transition spd="fast">
    <p:push dir="l"/>
  </p:transition>
</p:sld>
</file>

<file path=ppt/slides/slide5.xml><?xml version="1.0" encoding="utf-8"?>
<p:sld xmlns:p="http://schemas.openxmlformats.org/presentationml/2006/main" xmlns:a="http://schemas.openxmlformats.org/drawingml/2006/main" xmlns:r="http://schemas.openxmlformats.org/officeDocument/2006/relationships">
  <p:cSld>
    <p:bg>
      <p:bgPr>
        <a:gradFill rotWithShape="true">
          <a:gsLst>
            <a:gs pos="0">
              <a:srgbClr val="042C62">
                <a:alpha val="100000"/>
              </a:srgbClr>
            </a:gs>
            <a:gs pos="100000">
              <a:srgbClr val="A177AF">
                <a:alpha val="100000"/>
              </a:srgbClr>
            </a:gs>
          </a:gsLst>
          <a:lin ang="5400000"/>
        </a:gra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name="Freeform 2" id="2"/>
          <p:cNvSpPr/>
          <p:nvPr/>
        </p:nvSpPr>
        <p:spPr>
          <a:xfrm flipH="false" flipV="false" rot="0">
            <a:off x="0" y="0"/>
            <a:ext cx="9144000" cy="9506433"/>
          </a:xfrm>
          <a:custGeom>
            <a:avLst/>
            <a:gdLst/>
            <a:ahLst/>
            <a:cxnLst/>
            <a:rect r="r" b="b" t="t" l="l"/>
            <a:pathLst>
              <a:path h="9506433" w="9144000">
                <a:moveTo>
                  <a:pt x="0" y="0"/>
                </a:moveTo>
                <a:lnTo>
                  <a:pt x="9144000" y="0"/>
                </a:lnTo>
                <a:lnTo>
                  <a:pt x="9144000" y="9506433"/>
                </a:lnTo>
                <a:lnTo>
                  <a:pt x="0" y="9506433"/>
                </a:lnTo>
                <a:lnTo>
                  <a:pt x="0" y="0"/>
                </a:lnTo>
                <a:close/>
              </a:path>
            </a:pathLst>
          </a:custGeom>
          <a:blipFill>
            <a:blip r:embed="rId2"/>
            <a:stretch>
              <a:fillRect l="0" t="0" r="0" b="0"/>
            </a:stretch>
          </a:blipFill>
        </p:spPr>
      </p:sp>
      <p:sp>
        <p:nvSpPr>
          <p:cNvPr name="Freeform 3" id="3"/>
          <p:cNvSpPr/>
          <p:nvPr/>
        </p:nvSpPr>
        <p:spPr>
          <a:xfrm flipH="true" flipV="false" rot="0">
            <a:off x="9144000" y="0"/>
            <a:ext cx="9144000" cy="9506433"/>
          </a:xfrm>
          <a:custGeom>
            <a:avLst/>
            <a:gdLst/>
            <a:ahLst/>
            <a:cxnLst/>
            <a:rect r="r" b="b" t="t" l="l"/>
            <a:pathLst>
              <a:path h="9506433" w="9144000">
                <a:moveTo>
                  <a:pt x="9144000" y="0"/>
                </a:moveTo>
                <a:lnTo>
                  <a:pt x="0" y="0"/>
                </a:lnTo>
                <a:lnTo>
                  <a:pt x="0" y="9506433"/>
                </a:lnTo>
                <a:lnTo>
                  <a:pt x="9144000" y="9506433"/>
                </a:lnTo>
                <a:lnTo>
                  <a:pt x="9144000" y="0"/>
                </a:lnTo>
                <a:close/>
              </a:path>
            </a:pathLst>
          </a:custGeom>
          <a:blipFill>
            <a:blip r:embed="rId2"/>
            <a:stretch>
              <a:fillRect l="0" t="0" r="0" b="0"/>
            </a:stretch>
          </a:blipFill>
        </p:spPr>
      </p:sp>
      <p:sp>
        <p:nvSpPr>
          <p:cNvPr name="Freeform 4" id="4"/>
          <p:cNvSpPr/>
          <p:nvPr/>
        </p:nvSpPr>
        <p:spPr>
          <a:xfrm flipH="false" flipV="true" rot="0">
            <a:off x="17031086" y="-1215642"/>
            <a:ext cx="5521384" cy="4678118"/>
          </a:xfrm>
          <a:custGeom>
            <a:avLst/>
            <a:gdLst/>
            <a:ahLst/>
            <a:cxnLst/>
            <a:rect r="r" b="b" t="t" l="l"/>
            <a:pathLst>
              <a:path h="4678118" w="5521384">
                <a:moveTo>
                  <a:pt x="0" y="4678118"/>
                </a:moveTo>
                <a:lnTo>
                  <a:pt x="5521384" y="4678118"/>
                </a:lnTo>
                <a:lnTo>
                  <a:pt x="5521384" y="0"/>
                </a:lnTo>
                <a:lnTo>
                  <a:pt x="0" y="0"/>
                </a:lnTo>
                <a:lnTo>
                  <a:pt x="0" y="4678118"/>
                </a:lnTo>
                <a:close/>
              </a:path>
            </a:pathLst>
          </a:custGeom>
          <a:blipFill>
            <a:blip r:embed="rId3">
              <a:extLst>
                <a:ext uri="{96DAC541-7B7A-43D3-8B79-37D633B846F1}">
                  <asvg:svgBlip xmlns:asvg="http://schemas.microsoft.com/office/drawing/2016/SVG/main" r:embed="rId4"/>
                </a:ext>
              </a:extLst>
            </a:blip>
            <a:stretch>
              <a:fillRect l="0" t="0" r="0" b="0"/>
            </a:stretch>
          </a:blipFill>
        </p:spPr>
      </p:sp>
      <p:sp>
        <p:nvSpPr>
          <p:cNvPr name="Freeform 5" id="5"/>
          <p:cNvSpPr/>
          <p:nvPr/>
        </p:nvSpPr>
        <p:spPr>
          <a:xfrm flipH="false" flipV="false" rot="0">
            <a:off x="-529449" y="176267"/>
            <a:ext cx="3452454" cy="1996146"/>
          </a:xfrm>
          <a:custGeom>
            <a:avLst/>
            <a:gdLst/>
            <a:ahLst/>
            <a:cxnLst/>
            <a:rect r="r" b="b" t="t" l="l"/>
            <a:pathLst>
              <a:path h="1996146" w="3452454">
                <a:moveTo>
                  <a:pt x="0" y="0"/>
                </a:moveTo>
                <a:lnTo>
                  <a:pt x="3452455" y="0"/>
                </a:lnTo>
                <a:lnTo>
                  <a:pt x="3452455" y="1996146"/>
                </a:lnTo>
                <a:lnTo>
                  <a:pt x="0" y="1996146"/>
                </a:lnTo>
                <a:lnTo>
                  <a:pt x="0" y="0"/>
                </a:lnTo>
                <a:close/>
              </a:path>
            </a:pathLst>
          </a:custGeom>
          <a:blipFill>
            <a:blip r:embed="rId5">
              <a:extLst>
                <a:ext uri="{96DAC541-7B7A-43D3-8B79-37D633B846F1}">
                  <asvg:svgBlip xmlns:asvg="http://schemas.microsoft.com/office/drawing/2016/SVG/main" r:embed="rId6"/>
                </a:ext>
              </a:extLst>
            </a:blip>
            <a:stretch>
              <a:fillRect l="0" t="0" r="0" b="0"/>
            </a:stretch>
          </a:blipFill>
        </p:spPr>
      </p:sp>
      <p:sp>
        <p:nvSpPr>
          <p:cNvPr name="Freeform 6" id="6"/>
          <p:cNvSpPr/>
          <p:nvPr/>
        </p:nvSpPr>
        <p:spPr>
          <a:xfrm flipH="false" flipV="false" rot="0">
            <a:off x="15318986" y="8385716"/>
            <a:ext cx="2269131" cy="1745168"/>
          </a:xfrm>
          <a:custGeom>
            <a:avLst/>
            <a:gdLst/>
            <a:ahLst/>
            <a:cxnLst/>
            <a:rect r="r" b="b" t="t" l="l"/>
            <a:pathLst>
              <a:path h="1745168" w="2269131">
                <a:moveTo>
                  <a:pt x="0" y="0"/>
                </a:moveTo>
                <a:lnTo>
                  <a:pt x="2269130" y="0"/>
                </a:lnTo>
                <a:lnTo>
                  <a:pt x="2269130" y="1745168"/>
                </a:lnTo>
                <a:lnTo>
                  <a:pt x="0" y="1745168"/>
                </a:lnTo>
                <a:lnTo>
                  <a:pt x="0" y="0"/>
                </a:lnTo>
                <a:close/>
              </a:path>
            </a:pathLst>
          </a:custGeom>
          <a:blipFill>
            <a:blip r:embed="rId7">
              <a:extLst>
                <a:ext uri="{96DAC541-7B7A-43D3-8B79-37D633B846F1}">
                  <asvg:svgBlip xmlns:asvg="http://schemas.microsoft.com/office/drawing/2016/SVG/main" r:embed="rId8"/>
                </a:ext>
              </a:extLst>
            </a:blip>
            <a:stretch>
              <a:fillRect l="0" t="0" r="0" b="0"/>
            </a:stretch>
          </a:blipFill>
        </p:spPr>
      </p:sp>
      <p:grpSp>
        <p:nvGrpSpPr>
          <p:cNvPr name="Group 7" id="7"/>
          <p:cNvGrpSpPr/>
          <p:nvPr/>
        </p:nvGrpSpPr>
        <p:grpSpPr>
          <a:xfrm rot="0">
            <a:off x="7766572" y="3357931"/>
            <a:ext cx="2864116" cy="8617014"/>
            <a:chOff x="0" y="0"/>
            <a:chExt cx="3818821" cy="11489352"/>
          </a:xfrm>
        </p:grpSpPr>
        <p:sp>
          <p:nvSpPr>
            <p:cNvPr name="AutoShape 8" id="8"/>
            <p:cNvSpPr/>
            <p:nvPr/>
          </p:nvSpPr>
          <p:spPr>
            <a:xfrm>
              <a:off x="0" y="2729933"/>
              <a:ext cx="3673260" cy="0"/>
            </a:xfrm>
            <a:prstGeom prst="line">
              <a:avLst/>
            </a:prstGeom>
            <a:ln cap="flat" w="38100">
              <a:solidFill>
                <a:srgbClr val="FFFFFF"/>
              </a:solidFill>
              <a:prstDash val="solid"/>
              <a:headEnd type="none" len="sm" w="sm"/>
              <a:tailEnd type="none" len="sm" w="sm"/>
            </a:ln>
          </p:spPr>
        </p:sp>
        <p:sp>
          <p:nvSpPr>
            <p:cNvPr name="AutoShape 9" id="9"/>
            <p:cNvSpPr/>
            <p:nvPr/>
          </p:nvSpPr>
          <p:spPr>
            <a:xfrm>
              <a:off x="0" y="5468165"/>
              <a:ext cx="3673260" cy="0"/>
            </a:xfrm>
            <a:prstGeom prst="line">
              <a:avLst/>
            </a:prstGeom>
            <a:ln cap="flat" w="38100">
              <a:solidFill>
                <a:srgbClr val="FFFFFF"/>
              </a:solidFill>
              <a:prstDash val="solid"/>
              <a:headEnd type="none" len="sm" w="sm"/>
              <a:tailEnd type="none" len="sm" w="sm"/>
            </a:ln>
          </p:spPr>
        </p:sp>
        <p:grpSp>
          <p:nvGrpSpPr>
            <p:cNvPr name="Group 10" id="10"/>
            <p:cNvGrpSpPr/>
            <p:nvPr/>
          </p:nvGrpSpPr>
          <p:grpSpPr>
            <a:xfrm rot="0">
              <a:off x="3527698" y="2584371"/>
              <a:ext cx="291123" cy="291123"/>
              <a:chOff x="0" y="0"/>
              <a:chExt cx="812800" cy="812800"/>
            </a:xfrm>
          </p:grpSpPr>
          <p:sp>
            <p:nvSpPr>
              <p:cNvPr name="Freeform 11" id="11"/>
              <p:cNvSpPr/>
              <p:nvPr/>
            </p:nvSpPr>
            <p:spPr>
              <a:xfrm flipH="false" flipV="false" rot="0">
                <a:off x="0" y="0"/>
                <a:ext cx="812800" cy="812800"/>
              </a:xfrm>
              <a:custGeom>
                <a:avLst/>
                <a:gdLst/>
                <a:ahLst/>
                <a:cxnLst/>
                <a:rect r="r" b="b" t="t" l="l"/>
                <a:pathLst>
                  <a:path h="812800" w="812800">
                    <a:moveTo>
                      <a:pt x="406400" y="0"/>
                    </a:moveTo>
                    <a:cubicBezTo>
                      <a:pt x="181951" y="0"/>
                      <a:pt x="0" y="181951"/>
                      <a:pt x="0" y="406400"/>
                    </a:cubicBezTo>
                    <a:cubicBezTo>
                      <a:pt x="0" y="630849"/>
                      <a:pt x="181951" y="812800"/>
                      <a:pt x="406400" y="812800"/>
                    </a:cubicBezTo>
                    <a:cubicBezTo>
                      <a:pt x="630849" y="812800"/>
                      <a:pt x="812800" y="630849"/>
                      <a:pt x="812800" y="406400"/>
                    </a:cubicBezTo>
                    <a:cubicBezTo>
                      <a:pt x="812800" y="181951"/>
                      <a:pt x="630849" y="0"/>
                      <a:pt x="406400" y="0"/>
                    </a:cubicBezTo>
                    <a:close/>
                  </a:path>
                </a:pathLst>
              </a:custGeom>
              <a:solidFill>
                <a:srgbClr val="FFFFFF"/>
              </a:solidFill>
            </p:spPr>
          </p:sp>
          <p:sp>
            <p:nvSpPr>
              <p:cNvPr name="TextBox 12" id="12"/>
              <p:cNvSpPr txBox="true"/>
              <p:nvPr/>
            </p:nvSpPr>
            <p:spPr>
              <a:xfrm>
                <a:off x="76200" y="28575"/>
                <a:ext cx="660400" cy="708025"/>
              </a:xfrm>
              <a:prstGeom prst="rect">
                <a:avLst/>
              </a:prstGeom>
            </p:spPr>
            <p:txBody>
              <a:bodyPr anchor="ctr" rtlCol="false" tIns="47086" lIns="47086" bIns="47086" rIns="47086"/>
              <a:lstStyle/>
              <a:p>
                <a:pPr algn="ctr">
                  <a:lnSpc>
                    <a:spcPts val="2659"/>
                  </a:lnSpc>
                  <a:spcBef>
                    <a:spcPct val="0"/>
                  </a:spcBef>
                </a:pPr>
              </a:p>
            </p:txBody>
          </p:sp>
        </p:grpSp>
        <p:grpSp>
          <p:nvGrpSpPr>
            <p:cNvPr name="Group 13" id="13"/>
            <p:cNvGrpSpPr/>
            <p:nvPr/>
          </p:nvGrpSpPr>
          <p:grpSpPr>
            <a:xfrm rot="0">
              <a:off x="3527698" y="5322603"/>
              <a:ext cx="291123" cy="291123"/>
              <a:chOff x="0" y="0"/>
              <a:chExt cx="812800" cy="812800"/>
            </a:xfrm>
          </p:grpSpPr>
          <p:sp>
            <p:nvSpPr>
              <p:cNvPr name="Freeform 14" id="14"/>
              <p:cNvSpPr/>
              <p:nvPr/>
            </p:nvSpPr>
            <p:spPr>
              <a:xfrm flipH="false" flipV="false" rot="0">
                <a:off x="0" y="0"/>
                <a:ext cx="812800" cy="812800"/>
              </a:xfrm>
              <a:custGeom>
                <a:avLst/>
                <a:gdLst/>
                <a:ahLst/>
                <a:cxnLst/>
                <a:rect r="r" b="b" t="t" l="l"/>
                <a:pathLst>
                  <a:path h="812800" w="812800">
                    <a:moveTo>
                      <a:pt x="406400" y="0"/>
                    </a:moveTo>
                    <a:cubicBezTo>
                      <a:pt x="181951" y="0"/>
                      <a:pt x="0" y="181951"/>
                      <a:pt x="0" y="406400"/>
                    </a:cubicBezTo>
                    <a:cubicBezTo>
                      <a:pt x="0" y="630849"/>
                      <a:pt x="181951" y="812800"/>
                      <a:pt x="406400" y="812800"/>
                    </a:cubicBezTo>
                    <a:cubicBezTo>
                      <a:pt x="630849" y="812800"/>
                      <a:pt x="812800" y="630849"/>
                      <a:pt x="812800" y="406400"/>
                    </a:cubicBezTo>
                    <a:cubicBezTo>
                      <a:pt x="812800" y="181951"/>
                      <a:pt x="630849" y="0"/>
                      <a:pt x="406400" y="0"/>
                    </a:cubicBezTo>
                    <a:close/>
                  </a:path>
                </a:pathLst>
              </a:custGeom>
              <a:solidFill>
                <a:srgbClr val="FFFFFF"/>
              </a:solidFill>
            </p:spPr>
          </p:sp>
          <p:sp>
            <p:nvSpPr>
              <p:cNvPr name="TextBox 15" id="15"/>
              <p:cNvSpPr txBox="true"/>
              <p:nvPr/>
            </p:nvSpPr>
            <p:spPr>
              <a:xfrm>
                <a:off x="76200" y="28575"/>
                <a:ext cx="660400" cy="708025"/>
              </a:xfrm>
              <a:prstGeom prst="rect">
                <a:avLst/>
              </a:prstGeom>
            </p:spPr>
            <p:txBody>
              <a:bodyPr anchor="ctr" rtlCol="false" tIns="47086" lIns="47086" bIns="47086" rIns="47086"/>
              <a:lstStyle/>
              <a:p>
                <a:pPr algn="ctr">
                  <a:lnSpc>
                    <a:spcPts val="2659"/>
                  </a:lnSpc>
                  <a:spcBef>
                    <a:spcPct val="0"/>
                  </a:spcBef>
                </a:pPr>
              </a:p>
            </p:txBody>
          </p:sp>
        </p:grpSp>
        <p:sp>
          <p:nvSpPr>
            <p:cNvPr name="AutoShape 16" id="16"/>
            <p:cNvSpPr/>
            <p:nvPr/>
          </p:nvSpPr>
          <p:spPr>
            <a:xfrm>
              <a:off x="1836630" y="145561"/>
              <a:ext cx="0" cy="11343790"/>
            </a:xfrm>
            <a:prstGeom prst="line">
              <a:avLst/>
            </a:prstGeom>
            <a:ln cap="flat" w="38100">
              <a:solidFill>
                <a:srgbClr val="F1F9FD"/>
              </a:solidFill>
              <a:prstDash val="solid"/>
              <a:headEnd type="none" len="sm" w="sm"/>
              <a:tailEnd type="none" len="sm" w="sm"/>
            </a:ln>
          </p:spPr>
        </p:sp>
        <p:sp>
          <p:nvSpPr>
            <p:cNvPr name="AutoShape 17" id="17"/>
            <p:cNvSpPr/>
            <p:nvPr/>
          </p:nvSpPr>
          <p:spPr>
            <a:xfrm>
              <a:off x="0" y="126511"/>
              <a:ext cx="3673260" cy="0"/>
            </a:xfrm>
            <a:prstGeom prst="line">
              <a:avLst/>
            </a:prstGeom>
            <a:ln cap="flat" w="38100">
              <a:solidFill>
                <a:srgbClr val="FFFFFF"/>
              </a:solidFill>
              <a:prstDash val="solid"/>
              <a:headEnd type="none" len="sm" w="sm"/>
              <a:tailEnd type="none" len="sm" w="sm"/>
            </a:ln>
          </p:spPr>
        </p:sp>
        <p:grpSp>
          <p:nvGrpSpPr>
            <p:cNvPr name="Group 18" id="18"/>
            <p:cNvGrpSpPr/>
            <p:nvPr/>
          </p:nvGrpSpPr>
          <p:grpSpPr>
            <a:xfrm rot="0">
              <a:off x="3527698" y="0"/>
              <a:ext cx="291123" cy="291123"/>
              <a:chOff x="0" y="0"/>
              <a:chExt cx="812800" cy="812800"/>
            </a:xfrm>
          </p:grpSpPr>
          <p:sp>
            <p:nvSpPr>
              <p:cNvPr name="Freeform 19" id="19"/>
              <p:cNvSpPr/>
              <p:nvPr/>
            </p:nvSpPr>
            <p:spPr>
              <a:xfrm flipH="false" flipV="false" rot="0">
                <a:off x="0" y="0"/>
                <a:ext cx="812800" cy="812800"/>
              </a:xfrm>
              <a:custGeom>
                <a:avLst/>
                <a:gdLst/>
                <a:ahLst/>
                <a:cxnLst/>
                <a:rect r="r" b="b" t="t" l="l"/>
                <a:pathLst>
                  <a:path h="812800" w="812800">
                    <a:moveTo>
                      <a:pt x="406400" y="0"/>
                    </a:moveTo>
                    <a:cubicBezTo>
                      <a:pt x="181951" y="0"/>
                      <a:pt x="0" y="181951"/>
                      <a:pt x="0" y="406400"/>
                    </a:cubicBezTo>
                    <a:cubicBezTo>
                      <a:pt x="0" y="630849"/>
                      <a:pt x="181951" y="812800"/>
                      <a:pt x="406400" y="812800"/>
                    </a:cubicBezTo>
                    <a:cubicBezTo>
                      <a:pt x="630849" y="812800"/>
                      <a:pt x="812800" y="630849"/>
                      <a:pt x="812800" y="406400"/>
                    </a:cubicBezTo>
                    <a:cubicBezTo>
                      <a:pt x="812800" y="181951"/>
                      <a:pt x="630849" y="0"/>
                      <a:pt x="406400" y="0"/>
                    </a:cubicBezTo>
                    <a:close/>
                  </a:path>
                </a:pathLst>
              </a:custGeom>
              <a:solidFill>
                <a:srgbClr val="FFFFFF"/>
              </a:solidFill>
            </p:spPr>
          </p:sp>
          <p:sp>
            <p:nvSpPr>
              <p:cNvPr name="TextBox 20" id="20"/>
              <p:cNvSpPr txBox="true"/>
              <p:nvPr/>
            </p:nvSpPr>
            <p:spPr>
              <a:xfrm>
                <a:off x="76200" y="28575"/>
                <a:ext cx="660400" cy="708025"/>
              </a:xfrm>
              <a:prstGeom prst="rect">
                <a:avLst/>
              </a:prstGeom>
            </p:spPr>
            <p:txBody>
              <a:bodyPr anchor="ctr" rtlCol="false" tIns="47086" lIns="47086" bIns="47086" rIns="47086"/>
              <a:lstStyle/>
              <a:p>
                <a:pPr algn="ctr">
                  <a:lnSpc>
                    <a:spcPts val="2659"/>
                  </a:lnSpc>
                  <a:spcBef>
                    <a:spcPct val="0"/>
                  </a:spcBef>
                </a:pPr>
              </a:p>
            </p:txBody>
          </p:sp>
        </p:grpSp>
        <p:grpSp>
          <p:nvGrpSpPr>
            <p:cNvPr name="Group 21" id="21"/>
            <p:cNvGrpSpPr/>
            <p:nvPr/>
          </p:nvGrpSpPr>
          <p:grpSpPr>
            <a:xfrm rot="0">
              <a:off x="0" y="2584371"/>
              <a:ext cx="291123" cy="291123"/>
              <a:chOff x="0" y="0"/>
              <a:chExt cx="812800" cy="812800"/>
            </a:xfrm>
          </p:grpSpPr>
          <p:sp>
            <p:nvSpPr>
              <p:cNvPr name="Freeform 22" id="22"/>
              <p:cNvSpPr/>
              <p:nvPr/>
            </p:nvSpPr>
            <p:spPr>
              <a:xfrm flipH="false" flipV="false" rot="0">
                <a:off x="0" y="0"/>
                <a:ext cx="812800" cy="812800"/>
              </a:xfrm>
              <a:custGeom>
                <a:avLst/>
                <a:gdLst/>
                <a:ahLst/>
                <a:cxnLst/>
                <a:rect r="r" b="b" t="t" l="l"/>
                <a:pathLst>
                  <a:path h="812800" w="812800">
                    <a:moveTo>
                      <a:pt x="406400" y="0"/>
                    </a:moveTo>
                    <a:cubicBezTo>
                      <a:pt x="181951" y="0"/>
                      <a:pt x="0" y="181951"/>
                      <a:pt x="0" y="406400"/>
                    </a:cubicBezTo>
                    <a:cubicBezTo>
                      <a:pt x="0" y="630849"/>
                      <a:pt x="181951" y="812800"/>
                      <a:pt x="406400" y="812800"/>
                    </a:cubicBezTo>
                    <a:cubicBezTo>
                      <a:pt x="630849" y="812800"/>
                      <a:pt x="812800" y="630849"/>
                      <a:pt x="812800" y="406400"/>
                    </a:cubicBezTo>
                    <a:cubicBezTo>
                      <a:pt x="812800" y="181951"/>
                      <a:pt x="630849" y="0"/>
                      <a:pt x="406400" y="0"/>
                    </a:cubicBezTo>
                    <a:close/>
                  </a:path>
                </a:pathLst>
              </a:custGeom>
              <a:solidFill>
                <a:srgbClr val="FFFFFF"/>
              </a:solidFill>
            </p:spPr>
          </p:sp>
          <p:sp>
            <p:nvSpPr>
              <p:cNvPr name="TextBox 23" id="23"/>
              <p:cNvSpPr txBox="true"/>
              <p:nvPr/>
            </p:nvSpPr>
            <p:spPr>
              <a:xfrm>
                <a:off x="76200" y="28575"/>
                <a:ext cx="660400" cy="708025"/>
              </a:xfrm>
              <a:prstGeom prst="rect">
                <a:avLst/>
              </a:prstGeom>
            </p:spPr>
            <p:txBody>
              <a:bodyPr anchor="ctr" rtlCol="false" tIns="47086" lIns="47086" bIns="47086" rIns="47086"/>
              <a:lstStyle/>
              <a:p>
                <a:pPr algn="ctr">
                  <a:lnSpc>
                    <a:spcPts val="2659"/>
                  </a:lnSpc>
                  <a:spcBef>
                    <a:spcPct val="0"/>
                  </a:spcBef>
                </a:pPr>
              </a:p>
            </p:txBody>
          </p:sp>
        </p:grpSp>
        <p:grpSp>
          <p:nvGrpSpPr>
            <p:cNvPr name="Group 24" id="24"/>
            <p:cNvGrpSpPr/>
            <p:nvPr/>
          </p:nvGrpSpPr>
          <p:grpSpPr>
            <a:xfrm rot="0">
              <a:off x="0" y="5322603"/>
              <a:ext cx="291123" cy="291123"/>
              <a:chOff x="0" y="0"/>
              <a:chExt cx="812800" cy="812800"/>
            </a:xfrm>
          </p:grpSpPr>
          <p:sp>
            <p:nvSpPr>
              <p:cNvPr name="Freeform 25" id="25"/>
              <p:cNvSpPr/>
              <p:nvPr/>
            </p:nvSpPr>
            <p:spPr>
              <a:xfrm flipH="false" flipV="false" rot="0">
                <a:off x="0" y="0"/>
                <a:ext cx="812800" cy="812800"/>
              </a:xfrm>
              <a:custGeom>
                <a:avLst/>
                <a:gdLst/>
                <a:ahLst/>
                <a:cxnLst/>
                <a:rect r="r" b="b" t="t" l="l"/>
                <a:pathLst>
                  <a:path h="812800" w="812800">
                    <a:moveTo>
                      <a:pt x="406400" y="0"/>
                    </a:moveTo>
                    <a:cubicBezTo>
                      <a:pt x="181951" y="0"/>
                      <a:pt x="0" y="181951"/>
                      <a:pt x="0" y="406400"/>
                    </a:cubicBezTo>
                    <a:cubicBezTo>
                      <a:pt x="0" y="630849"/>
                      <a:pt x="181951" y="812800"/>
                      <a:pt x="406400" y="812800"/>
                    </a:cubicBezTo>
                    <a:cubicBezTo>
                      <a:pt x="630849" y="812800"/>
                      <a:pt x="812800" y="630849"/>
                      <a:pt x="812800" y="406400"/>
                    </a:cubicBezTo>
                    <a:cubicBezTo>
                      <a:pt x="812800" y="181951"/>
                      <a:pt x="630849" y="0"/>
                      <a:pt x="406400" y="0"/>
                    </a:cubicBezTo>
                    <a:close/>
                  </a:path>
                </a:pathLst>
              </a:custGeom>
              <a:solidFill>
                <a:srgbClr val="FFFFFF"/>
              </a:solidFill>
            </p:spPr>
          </p:sp>
          <p:sp>
            <p:nvSpPr>
              <p:cNvPr name="TextBox 26" id="26"/>
              <p:cNvSpPr txBox="true"/>
              <p:nvPr/>
            </p:nvSpPr>
            <p:spPr>
              <a:xfrm>
                <a:off x="76200" y="28575"/>
                <a:ext cx="660400" cy="708025"/>
              </a:xfrm>
              <a:prstGeom prst="rect">
                <a:avLst/>
              </a:prstGeom>
            </p:spPr>
            <p:txBody>
              <a:bodyPr anchor="ctr" rtlCol="false" tIns="47086" lIns="47086" bIns="47086" rIns="47086"/>
              <a:lstStyle/>
              <a:p>
                <a:pPr algn="ctr">
                  <a:lnSpc>
                    <a:spcPts val="2659"/>
                  </a:lnSpc>
                  <a:spcBef>
                    <a:spcPct val="0"/>
                  </a:spcBef>
                </a:pPr>
              </a:p>
            </p:txBody>
          </p:sp>
        </p:grpSp>
        <p:grpSp>
          <p:nvGrpSpPr>
            <p:cNvPr name="Group 27" id="27"/>
            <p:cNvGrpSpPr/>
            <p:nvPr/>
          </p:nvGrpSpPr>
          <p:grpSpPr>
            <a:xfrm rot="0">
              <a:off x="0" y="0"/>
              <a:ext cx="291123" cy="291123"/>
              <a:chOff x="0" y="0"/>
              <a:chExt cx="812800" cy="812800"/>
            </a:xfrm>
          </p:grpSpPr>
          <p:sp>
            <p:nvSpPr>
              <p:cNvPr name="Freeform 28" id="28"/>
              <p:cNvSpPr/>
              <p:nvPr/>
            </p:nvSpPr>
            <p:spPr>
              <a:xfrm flipH="false" flipV="false" rot="0">
                <a:off x="0" y="0"/>
                <a:ext cx="812800" cy="812800"/>
              </a:xfrm>
              <a:custGeom>
                <a:avLst/>
                <a:gdLst/>
                <a:ahLst/>
                <a:cxnLst/>
                <a:rect r="r" b="b" t="t" l="l"/>
                <a:pathLst>
                  <a:path h="812800" w="812800">
                    <a:moveTo>
                      <a:pt x="406400" y="0"/>
                    </a:moveTo>
                    <a:cubicBezTo>
                      <a:pt x="181951" y="0"/>
                      <a:pt x="0" y="181951"/>
                      <a:pt x="0" y="406400"/>
                    </a:cubicBezTo>
                    <a:cubicBezTo>
                      <a:pt x="0" y="630849"/>
                      <a:pt x="181951" y="812800"/>
                      <a:pt x="406400" y="812800"/>
                    </a:cubicBezTo>
                    <a:cubicBezTo>
                      <a:pt x="630849" y="812800"/>
                      <a:pt x="812800" y="630849"/>
                      <a:pt x="812800" y="406400"/>
                    </a:cubicBezTo>
                    <a:cubicBezTo>
                      <a:pt x="812800" y="181951"/>
                      <a:pt x="630849" y="0"/>
                      <a:pt x="406400" y="0"/>
                    </a:cubicBezTo>
                    <a:close/>
                  </a:path>
                </a:pathLst>
              </a:custGeom>
              <a:solidFill>
                <a:srgbClr val="FFFFFF"/>
              </a:solidFill>
            </p:spPr>
          </p:sp>
          <p:sp>
            <p:nvSpPr>
              <p:cNvPr name="TextBox 29" id="29"/>
              <p:cNvSpPr txBox="true"/>
              <p:nvPr/>
            </p:nvSpPr>
            <p:spPr>
              <a:xfrm>
                <a:off x="76200" y="28575"/>
                <a:ext cx="660400" cy="708025"/>
              </a:xfrm>
              <a:prstGeom prst="rect">
                <a:avLst/>
              </a:prstGeom>
            </p:spPr>
            <p:txBody>
              <a:bodyPr anchor="ctr" rtlCol="false" tIns="47086" lIns="47086" bIns="47086" rIns="47086"/>
              <a:lstStyle/>
              <a:p>
                <a:pPr algn="ctr">
                  <a:lnSpc>
                    <a:spcPts val="2659"/>
                  </a:lnSpc>
                  <a:spcBef>
                    <a:spcPct val="0"/>
                  </a:spcBef>
                </a:pPr>
              </a:p>
            </p:txBody>
          </p:sp>
        </p:grpSp>
      </p:grpSp>
      <p:sp>
        <p:nvSpPr>
          <p:cNvPr name="TextBox 30" id="30"/>
          <p:cNvSpPr txBox="true"/>
          <p:nvPr/>
        </p:nvSpPr>
        <p:spPr>
          <a:xfrm rot="0">
            <a:off x="54630" y="246828"/>
            <a:ext cx="18288000" cy="1676407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ctr" marL="0" indent="0" lvl="0">
              <a:lnSpc>
                <a:spcPts val="12149"/>
              </a:lnSpc>
              <a:spcBef>
                <a:spcPct val="0"/>
              </a:spcBef>
            </a:pPr>
            <a:r>
              <a:rPr lang="en-US" sz="8999" spc="539" strike="noStrike" u="none">
                <a:solidFill>
                  <a:srgbClr val="FFFFFF"/>
                </a:solidFill>
                <a:latin typeface="Handyman"/>
                <a:ea typeface="Handyman"/>
                <a:cs typeface="Handyman"/>
                <a:sym typeface="Handyman"/>
              </a:rPr>
              <a:t>Предизвикателства</a:t>
            </a:r>
          </a:p>
        </p:txBody>
      </p:sp>
      <p:sp>
        <p:nvSpPr>
          <p:cNvPr name="TextBox 31" id="31"/>
          <p:cNvSpPr txBox="true"/>
          <p:nvPr/>
        </p:nvSpPr>
        <p:spPr>
          <a:xfrm rot="0">
            <a:off x="417717" y="2943225"/>
            <a:ext cx="6770612" cy="1600200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r" marL="0" indent="0" lvl="0">
              <a:lnSpc>
                <a:spcPts val="6075"/>
              </a:lnSpc>
              <a:spcBef>
                <a:spcPct val="0"/>
              </a:spcBef>
            </a:pPr>
            <a:r>
              <a:rPr lang="en-US" sz="4500" spc="270">
                <a:solidFill>
                  <a:srgbClr val="FFFFFF"/>
                </a:solidFill>
                <a:latin typeface="Handyman"/>
                <a:ea typeface="Handyman"/>
                <a:cs typeface="Handyman"/>
                <a:sym typeface="Handyman"/>
              </a:rPr>
              <a:t>Управлен</a:t>
            </a:r>
            <a:r>
              <a:rPr lang="en-US" sz="4500" spc="270" strike="noStrike" u="none">
                <a:solidFill>
                  <a:srgbClr val="FFFFFF"/>
                </a:solidFill>
                <a:latin typeface="Handyman"/>
                <a:ea typeface="Handyman"/>
                <a:cs typeface="Handyman"/>
                <a:sym typeface="Handyman"/>
              </a:rPr>
              <a:t>ие</a:t>
            </a:r>
            <a:r>
              <a:rPr lang="en-US" sz="4500" spc="270" strike="noStrike" u="none">
                <a:solidFill>
                  <a:srgbClr val="FFFFFF"/>
                </a:solidFill>
                <a:latin typeface="Handyman"/>
                <a:ea typeface="Handyman"/>
                <a:cs typeface="Handyman"/>
                <a:sym typeface="Handyman"/>
              </a:rPr>
              <a:t> н</a:t>
            </a:r>
            <a:r>
              <a:rPr lang="en-US" sz="4500" spc="270" strike="noStrike" u="none">
                <a:solidFill>
                  <a:srgbClr val="FFFFFF"/>
                </a:solidFill>
                <a:latin typeface="Handyman"/>
                <a:ea typeface="Handyman"/>
                <a:cs typeface="Handyman"/>
                <a:sym typeface="Handyman"/>
              </a:rPr>
              <a:t>а р</a:t>
            </a:r>
            <a:r>
              <a:rPr lang="en-US" sz="4500" spc="270" strike="noStrike" u="none">
                <a:solidFill>
                  <a:srgbClr val="FFFFFF"/>
                </a:solidFill>
                <a:latin typeface="Handyman"/>
                <a:ea typeface="Handyman"/>
                <a:cs typeface="Handyman"/>
                <a:sym typeface="Handyman"/>
              </a:rPr>
              <a:t>ел</a:t>
            </a:r>
            <a:r>
              <a:rPr lang="en-US" sz="4500" spc="270" strike="noStrike" u="none">
                <a:solidFill>
                  <a:srgbClr val="FFFFFF"/>
                </a:solidFill>
                <a:latin typeface="Handyman"/>
                <a:ea typeface="Handyman"/>
                <a:cs typeface="Handyman"/>
                <a:sym typeface="Handyman"/>
              </a:rPr>
              <a:t>а</a:t>
            </a:r>
            <a:r>
              <a:rPr lang="en-US" sz="4500" spc="270" strike="noStrike" u="none">
                <a:solidFill>
                  <a:srgbClr val="FFFFFF"/>
                </a:solidFill>
                <a:latin typeface="Handyman"/>
                <a:ea typeface="Handyman"/>
                <a:cs typeface="Handyman"/>
                <a:sym typeface="Handyman"/>
              </a:rPr>
              <a:t>цион</a:t>
            </a:r>
            <a:r>
              <a:rPr lang="en-US" sz="4500" spc="270" strike="noStrike" u="none">
                <a:solidFill>
                  <a:srgbClr val="FFFFFF"/>
                </a:solidFill>
                <a:latin typeface="Handyman"/>
                <a:ea typeface="Handyman"/>
                <a:cs typeface="Handyman"/>
                <a:sym typeface="Handyman"/>
              </a:rPr>
              <a:t>на</a:t>
            </a:r>
            <a:r>
              <a:rPr lang="en-US" sz="4500" spc="270" strike="noStrike" u="none">
                <a:solidFill>
                  <a:srgbClr val="FFFFFF"/>
                </a:solidFill>
                <a:latin typeface="Handyman"/>
                <a:ea typeface="Handyman"/>
                <a:cs typeface="Handyman"/>
                <a:sym typeface="Handyman"/>
              </a:rPr>
              <a:t>та</a:t>
            </a:r>
            <a:r>
              <a:rPr lang="en-US" sz="4500" spc="270" strike="noStrike" u="none">
                <a:solidFill>
                  <a:srgbClr val="FFFFFF"/>
                </a:solidFill>
                <a:latin typeface="Handyman"/>
                <a:ea typeface="Handyman"/>
                <a:cs typeface="Handyman"/>
                <a:sym typeface="Handyman"/>
              </a:rPr>
              <a:t> б</a:t>
            </a:r>
            <a:r>
              <a:rPr lang="en-US" sz="4500" spc="270" strike="noStrike" u="none">
                <a:solidFill>
                  <a:srgbClr val="FFFFFF"/>
                </a:solidFill>
                <a:latin typeface="Handyman"/>
                <a:ea typeface="Handyman"/>
                <a:cs typeface="Handyman"/>
                <a:sym typeface="Handyman"/>
              </a:rPr>
              <a:t>аза</a:t>
            </a:r>
            <a:r>
              <a:rPr lang="en-US" sz="4500" spc="270" strike="noStrike" u="none">
                <a:solidFill>
                  <a:srgbClr val="FFFFFF"/>
                </a:solidFill>
                <a:latin typeface="Handyman"/>
                <a:ea typeface="Handyman"/>
                <a:cs typeface="Handyman"/>
                <a:sym typeface="Handyman"/>
              </a:rPr>
              <a:t> </a:t>
            </a:r>
            <a:r>
              <a:rPr lang="en-US" sz="4500" spc="270" strike="noStrike" u="none">
                <a:solidFill>
                  <a:srgbClr val="FFFFFF"/>
                </a:solidFill>
                <a:latin typeface="Handyman"/>
                <a:ea typeface="Handyman"/>
                <a:cs typeface="Handyman"/>
                <a:sym typeface="Handyman"/>
              </a:rPr>
              <a:t>дан</a:t>
            </a:r>
            <a:r>
              <a:rPr lang="en-US" sz="4500" spc="270" strike="noStrike" u="none">
                <a:solidFill>
                  <a:srgbClr val="FFFFFF"/>
                </a:solidFill>
                <a:latin typeface="Handyman"/>
                <a:ea typeface="Handyman"/>
                <a:cs typeface="Handyman"/>
                <a:sym typeface="Handyman"/>
              </a:rPr>
              <a:t>ни</a:t>
            </a:r>
          </a:p>
        </p:txBody>
      </p:sp>
      <p:sp>
        <p:nvSpPr>
          <p:cNvPr name="TextBox 32" id="32"/>
          <p:cNvSpPr txBox="true"/>
          <p:nvPr/>
        </p:nvSpPr>
        <p:spPr>
          <a:xfrm rot="0">
            <a:off x="417717" y="4981575"/>
            <a:ext cx="6770612" cy="1600200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r" marL="0" indent="0" lvl="0">
              <a:lnSpc>
                <a:spcPts val="6075"/>
              </a:lnSpc>
              <a:spcBef>
                <a:spcPct val="0"/>
              </a:spcBef>
            </a:pPr>
            <a:r>
              <a:rPr lang="en-US" sz="4500" spc="270">
                <a:solidFill>
                  <a:srgbClr val="FFFFFF"/>
                </a:solidFill>
                <a:latin typeface="Handyman"/>
                <a:ea typeface="Handyman"/>
                <a:cs typeface="Handyman"/>
                <a:sym typeface="Handyman"/>
              </a:rPr>
              <a:t>Функц</a:t>
            </a:r>
            <a:r>
              <a:rPr lang="en-US" sz="4500" spc="270" strike="noStrike" u="none">
                <a:solidFill>
                  <a:srgbClr val="FFFFFF"/>
                </a:solidFill>
                <a:latin typeface="Handyman"/>
                <a:ea typeface="Handyman"/>
                <a:cs typeface="Handyman"/>
                <a:sym typeface="Handyman"/>
              </a:rPr>
              <a:t>и</a:t>
            </a:r>
            <a:r>
              <a:rPr lang="en-US" sz="4500" spc="270" strike="noStrike" u="none">
                <a:solidFill>
                  <a:srgbClr val="FFFFFF"/>
                </a:solidFill>
                <a:latin typeface="Handyman"/>
                <a:ea typeface="Handyman"/>
                <a:cs typeface="Handyman"/>
                <a:sym typeface="Handyman"/>
              </a:rPr>
              <a:t>он</a:t>
            </a:r>
            <a:r>
              <a:rPr lang="en-US" sz="4500" spc="270" strike="noStrike" u="none">
                <a:solidFill>
                  <a:srgbClr val="FFFFFF"/>
                </a:solidFill>
                <a:latin typeface="Handyman"/>
                <a:ea typeface="Handyman"/>
                <a:cs typeface="Handyman"/>
                <a:sym typeface="Handyman"/>
              </a:rPr>
              <a:t>а</a:t>
            </a:r>
            <a:r>
              <a:rPr lang="en-US" sz="4500" spc="270" strike="noStrike" u="none">
                <a:solidFill>
                  <a:srgbClr val="FFFFFF"/>
                </a:solidFill>
                <a:latin typeface="Handyman"/>
                <a:ea typeface="Handyman"/>
                <a:cs typeface="Handyman"/>
                <a:sym typeface="Handyman"/>
              </a:rPr>
              <a:t>л</a:t>
            </a:r>
            <a:r>
              <a:rPr lang="en-US" sz="4500" spc="270" strike="noStrike" u="none">
                <a:solidFill>
                  <a:srgbClr val="FFFFFF"/>
                </a:solidFill>
                <a:latin typeface="Handyman"/>
                <a:ea typeface="Handyman"/>
                <a:cs typeface="Handyman"/>
                <a:sym typeface="Handyman"/>
              </a:rPr>
              <a:t>н</a:t>
            </a:r>
            <a:r>
              <a:rPr lang="en-US" sz="4500" spc="270" strike="noStrike" u="none">
                <a:solidFill>
                  <a:srgbClr val="FFFFFF"/>
                </a:solidFill>
                <a:latin typeface="Handyman"/>
                <a:ea typeface="Handyman"/>
                <a:cs typeface="Handyman"/>
                <a:sym typeface="Handyman"/>
              </a:rPr>
              <a:t>ос</a:t>
            </a:r>
            <a:r>
              <a:rPr lang="en-US" sz="4500" spc="270" strike="noStrike" u="none">
                <a:solidFill>
                  <a:srgbClr val="FFFFFF"/>
                </a:solidFill>
                <a:latin typeface="Handyman"/>
                <a:ea typeface="Handyman"/>
                <a:cs typeface="Handyman"/>
                <a:sym typeface="Handyman"/>
              </a:rPr>
              <a:t>т</a:t>
            </a:r>
            <a:r>
              <a:rPr lang="en-US" sz="4500" spc="270" strike="noStrike" u="none">
                <a:solidFill>
                  <a:srgbClr val="FFFFFF"/>
                </a:solidFill>
                <a:latin typeface="Handyman"/>
                <a:ea typeface="Handyman"/>
                <a:cs typeface="Handyman"/>
                <a:sym typeface="Handyman"/>
              </a:rPr>
              <a:t>и</a:t>
            </a:r>
            <a:r>
              <a:rPr lang="en-US" sz="4500" spc="270" strike="noStrike" u="none">
                <a:solidFill>
                  <a:srgbClr val="FFFFFF"/>
                </a:solidFill>
                <a:latin typeface="Handyman"/>
                <a:ea typeface="Handyman"/>
                <a:cs typeface="Handyman"/>
                <a:sym typeface="Handyman"/>
              </a:rPr>
              <a:t> </a:t>
            </a:r>
            <a:r>
              <a:rPr lang="en-US" sz="4500" spc="270" strike="noStrike" u="none">
                <a:solidFill>
                  <a:srgbClr val="FFFFFF"/>
                </a:solidFill>
                <a:latin typeface="Handyman"/>
                <a:ea typeface="Handyman"/>
                <a:cs typeface="Handyman"/>
                <a:sym typeface="Handyman"/>
              </a:rPr>
              <a:t>з</a:t>
            </a:r>
            <a:r>
              <a:rPr lang="en-US" sz="4500" spc="270" strike="noStrike" u="none">
                <a:solidFill>
                  <a:srgbClr val="FFFFFF"/>
                </a:solidFill>
                <a:latin typeface="Handyman"/>
                <a:ea typeface="Handyman"/>
                <a:cs typeface="Handyman"/>
                <a:sym typeface="Handyman"/>
              </a:rPr>
              <a:t>а </a:t>
            </a:r>
            <a:r>
              <a:rPr lang="en-US" sz="4500" spc="270" strike="noStrike" u="none">
                <a:solidFill>
                  <a:srgbClr val="FFFFFF"/>
                </a:solidFill>
                <a:latin typeface="Handyman"/>
                <a:ea typeface="Handyman"/>
                <a:cs typeface="Handyman"/>
                <a:sym typeface="Handyman"/>
              </a:rPr>
              <a:t>кан</a:t>
            </a:r>
            <a:r>
              <a:rPr lang="en-US" sz="4500" spc="270" strike="noStrike" u="none">
                <a:solidFill>
                  <a:srgbClr val="FFFFFF"/>
                </a:solidFill>
                <a:latin typeface="Handyman"/>
                <a:ea typeface="Handyman"/>
                <a:cs typeface="Handyman"/>
                <a:sym typeface="Handyman"/>
              </a:rPr>
              <a:t>ди</a:t>
            </a:r>
            <a:r>
              <a:rPr lang="en-US" sz="4500" spc="270" strike="noStrike" u="none">
                <a:solidFill>
                  <a:srgbClr val="FFFFFF"/>
                </a:solidFill>
                <a:latin typeface="Handyman"/>
                <a:ea typeface="Handyman"/>
                <a:cs typeface="Handyman"/>
                <a:sym typeface="Handyman"/>
              </a:rPr>
              <a:t>датств</a:t>
            </a:r>
            <a:r>
              <a:rPr lang="en-US" sz="4500" spc="270" strike="noStrike" u="none">
                <a:solidFill>
                  <a:srgbClr val="FFFFFF"/>
                </a:solidFill>
                <a:latin typeface="Handyman"/>
                <a:ea typeface="Handyman"/>
                <a:cs typeface="Handyman"/>
                <a:sym typeface="Handyman"/>
              </a:rPr>
              <a:t>ан</a:t>
            </a:r>
            <a:r>
              <a:rPr lang="en-US" sz="4500" spc="270" strike="noStrike" u="none">
                <a:solidFill>
                  <a:srgbClr val="FFFFFF"/>
                </a:solidFill>
                <a:latin typeface="Handyman"/>
                <a:ea typeface="Handyman"/>
                <a:cs typeface="Handyman"/>
                <a:sym typeface="Handyman"/>
              </a:rPr>
              <a:t>е</a:t>
            </a:r>
            <a:r>
              <a:rPr lang="en-US" sz="4500" spc="270" strike="noStrike" u="none">
                <a:solidFill>
                  <a:srgbClr val="FFFFFF"/>
                </a:solidFill>
                <a:latin typeface="Handyman"/>
                <a:ea typeface="Handyman"/>
                <a:cs typeface="Handyman"/>
                <a:sym typeface="Handyman"/>
              </a:rPr>
              <a:t> </a:t>
            </a:r>
            <a:r>
              <a:rPr lang="en-US" sz="4500" spc="270" strike="noStrike" u="none">
                <a:solidFill>
                  <a:srgbClr val="FFFFFF"/>
                </a:solidFill>
                <a:latin typeface="Handyman"/>
                <a:ea typeface="Handyman"/>
                <a:cs typeface="Handyman"/>
                <a:sym typeface="Handyman"/>
              </a:rPr>
              <a:t>и</a:t>
            </a:r>
            <a:r>
              <a:rPr lang="en-US" sz="4500" spc="270" strike="noStrike" u="none">
                <a:solidFill>
                  <a:srgbClr val="FFFFFF"/>
                </a:solidFill>
                <a:latin typeface="Handyman"/>
                <a:ea typeface="Handyman"/>
                <a:cs typeface="Handyman"/>
                <a:sym typeface="Handyman"/>
              </a:rPr>
              <a:t> </a:t>
            </a:r>
            <a:r>
              <a:rPr lang="en-US" sz="4500" spc="270" strike="noStrike" u="none">
                <a:solidFill>
                  <a:srgbClr val="FFFFFF"/>
                </a:solidFill>
                <a:latin typeface="Handyman"/>
                <a:ea typeface="Handyman"/>
                <a:cs typeface="Handyman"/>
                <a:sym typeface="Handyman"/>
              </a:rPr>
              <a:t>обяви</a:t>
            </a:r>
          </a:p>
        </p:txBody>
      </p:sp>
      <p:sp>
        <p:nvSpPr>
          <p:cNvPr name="TextBox 33" id="33"/>
          <p:cNvSpPr txBox="true"/>
          <p:nvPr/>
        </p:nvSpPr>
        <p:spPr>
          <a:xfrm rot="0">
            <a:off x="54630" y="7005302"/>
            <a:ext cx="7133699" cy="1600200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r" marL="0" indent="0" lvl="0">
              <a:lnSpc>
                <a:spcPts val="6075"/>
              </a:lnSpc>
              <a:spcBef>
                <a:spcPct val="0"/>
              </a:spcBef>
            </a:pPr>
            <a:r>
              <a:rPr lang="en-US" sz="4500" spc="270">
                <a:solidFill>
                  <a:srgbClr val="FFFFFF"/>
                </a:solidFill>
                <a:latin typeface="Handyman"/>
                <a:ea typeface="Handyman"/>
                <a:cs typeface="Handyman"/>
                <a:sym typeface="Handyman"/>
              </a:rPr>
              <a:t>Тестване на бизнес логиката</a:t>
            </a:r>
          </a:p>
        </p:txBody>
      </p:sp>
      <p:sp>
        <p:nvSpPr>
          <p:cNvPr name="TextBox 34" id="34"/>
          <p:cNvSpPr txBox="true"/>
          <p:nvPr/>
        </p:nvSpPr>
        <p:spPr>
          <a:xfrm rot="0">
            <a:off x="10953329" y="3057118"/>
            <a:ext cx="7334671" cy="1600200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 marL="0" indent="0" lvl="0">
              <a:lnSpc>
                <a:spcPts val="6075"/>
              </a:lnSpc>
              <a:spcBef>
                <a:spcPct val="0"/>
              </a:spcBef>
            </a:pPr>
            <a:r>
              <a:rPr lang="en-US" sz="4500" spc="270">
                <a:solidFill>
                  <a:srgbClr val="FFFFFF"/>
                </a:solidFill>
                <a:latin typeface="Handyman"/>
                <a:ea typeface="Handyman"/>
                <a:cs typeface="Handyman"/>
                <a:sym typeface="Handyman"/>
              </a:rPr>
              <a:t>Търсене и филтрир</a:t>
            </a:r>
            <a:r>
              <a:rPr lang="en-US" sz="4500" spc="270" strike="noStrike" u="none">
                <a:solidFill>
                  <a:srgbClr val="FFFFFF"/>
                </a:solidFill>
                <a:latin typeface="Handyman"/>
                <a:ea typeface="Handyman"/>
                <a:cs typeface="Handyman"/>
                <a:sym typeface="Handyman"/>
              </a:rPr>
              <a:t>ане на </a:t>
            </a:r>
            <a:r>
              <a:rPr lang="en-US" sz="4500" spc="270" strike="noStrike" u="none">
                <a:solidFill>
                  <a:srgbClr val="FFFFFF"/>
                </a:solidFill>
                <a:latin typeface="Handyman"/>
                <a:ea typeface="Handyman"/>
                <a:cs typeface="Handyman"/>
                <a:sym typeface="Handyman"/>
              </a:rPr>
              <a:t>п</a:t>
            </a:r>
            <a:r>
              <a:rPr lang="en-US" sz="4500" spc="270" strike="noStrike" u="none">
                <a:solidFill>
                  <a:srgbClr val="FFFFFF"/>
                </a:solidFill>
                <a:latin typeface="Handyman"/>
                <a:ea typeface="Handyman"/>
                <a:cs typeface="Handyman"/>
                <a:sym typeface="Handyman"/>
              </a:rPr>
              <a:t>о</a:t>
            </a:r>
            <a:r>
              <a:rPr lang="en-US" sz="4500" spc="270" strike="noStrike" u="none">
                <a:solidFill>
                  <a:srgbClr val="FFFFFF"/>
                </a:solidFill>
                <a:latin typeface="Handyman"/>
                <a:ea typeface="Handyman"/>
                <a:cs typeface="Handyman"/>
                <a:sym typeface="Handyman"/>
              </a:rPr>
              <a:t>зиции</a:t>
            </a:r>
          </a:p>
        </p:txBody>
      </p:sp>
      <p:sp>
        <p:nvSpPr>
          <p:cNvPr name="TextBox 35" id="35"/>
          <p:cNvSpPr txBox="true"/>
          <p:nvPr/>
        </p:nvSpPr>
        <p:spPr>
          <a:xfrm rot="0">
            <a:off x="11010085" y="7005302"/>
            <a:ext cx="7277915" cy="1600200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 marL="0" indent="0" lvl="0">
              <a:lnSpc>
                <a:spcPts val="6075"/>
              </a:lnSpc>
              <a:spcBef>
                <a:spcPct val="0"/>
              </a:spcBef>
            </a:pPr>
            <a:r>
              <a:rPr lang="en-US" sz="4500" spc="270">
                <a:solidFill>
                  <a:srgbClr val="FFFFFF"/>
                </a:solidFill>
                <a:latin typeface="Handyman"/>
                <a:ea typeface="Handyman"/>
                <a:cs typeface="Handyman"/>
                <a:sym typeface="Handyman"/>
              </a:rPr>
              <a:t>Управление на базата данни</a:t>
            </a:r>
          </a:p>
        </p:txBody>
      </p:sp>
      <p:sp>
        <p:nvSpPr>
          <p:cNvPr name="Freeform 36" id="36"/>
          <p:cNvSpPr/>
          <p:nvPr/>
        </p:nvSpPr>
        <p:spPr>
          <a:xfrm flipH="false" flipV="false" rot="0">
            <a:off x="2923006" y="7801534"/>
            <a:ext cx="12964747" cy="12964747"/>
          </a:xfrm>
          <a:custGeom>
            <a:avLst/>
            <a:gdLst/>
            <a:ahLst/>
            <a:cxnLst/>
            <a:rect r="r" b="b" t="t" l="l"/>
            <a:pathLst>
              <a:path h="12964747" w="12964747">
                <a:moveTo>
                  <a:pt x="0" y="0"/>
                </a:moveTo>
                <a:lnTo>
                  <a:pt x="12964747" y="0"/>
                </a:lnTo>
                <a:lnTo>
                  <a:pt x="12964747" y="12964747"/>
                </a:lnTo>
                <a:lnTo>
                  <a:pt x="0" y="12964747"/>
                </a:lnTo>
                <a:lnTo>
                  <a:pt x="0" y="0"/>
                </a:lnTo>
                <a:close/>
              </a:path>
            </a:pathLst>
          </a:custGeom>
          <a:blipFill>
            <a:blip r:embed="rId9">
              <a:extLst>
                <a:ext uri="{96DAC541-7B7A-43D3-8B79-37D633B846F1}">
                  <asvg:svgBlip xmlns:asvg="http://schemas.microsoft.com/office/drawing/2016/SVG/main" r:embed="rId10"/>
                </a:ext>
              </a:extLst>
            </a:blip>
            <a:stretch>
              <a:fillRect l="0" t="0" r="0" b="0"/>
            </a:stretch>
          </a:blipFill>
        </p:spPr>
      </p:sp>
      <p:sp>
        <p:nvSpPr>
          <p:cNvPr name="TextBox 37" id="37"/>
          <p:cNvSpPr txBox="true"/>
          <p:nvPr/>
        </p:nvSpPr>
        <p:spPr>
          <a:xfrm rot="0">
            <a:off x="11010085" y="5019675"/>
            <a:ext cx="6021001" cy="1600200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just" marL="0" indent="0" lvl="0">
              <a:lnSpc>
                <a:spcPts val="6075"/>
              </a:lnSpc>
              <a:spcBef>
                <a:spcPct val="0"/>
              </a:spcBef>
            </a:pPr>
            <a:r>
              <a:rPr lang="en-US" sz="4500" spc="270">
                <a:solidFill>
                  <a:srgbClr val="FFFFFF"/>
                </a:solidFill>
                <a:latin typeface="Handyman"/>
                <a:ea typeface="Handyman"/>
                <a:cs typeface="Handyman"/>
                <a:sym typeface="Handyman"/>
              </a:rPr>
              <a:t>Упр</a:t>
            </a:r>
            <a:r>
              <a:rPr lang="en-US" sz="4500" spc="270" strike="noStrike" u="none">
                <a:solidFill>
                  <a:srgbClr val="FFFFFF"/>
                </a:solidFill>
                <a:latin typeface="Handyman"/>
                <a:ea typeface="Handyman"/>
                <a:cs typeface="Handyman"/>
                <a:sym typeface="Handyman"/>
              </a:rPr>
              <a:t>а</a:t>
            </a:r>
            <a:r>
              <a:rPr lang="en-US" sz="4500" spc="270" strike="noStrike" u="none">
                <a:solidFill>
                  <a:srgbClr val="FFFFFF"/>
                </a:solidFill>
                <a:latin typeface="Handyman"/>
                <a:ea typeface="Handyman"/>
                <a:cs typeface="Handyman"/>
                <a:sym typeface="Handyman"/>
              </a:rPr>
              <a:t>вле</a:t>
            </a:r>
            <a:r>
              <a:rPr lang="en-US" sz="4500" spc="270" strike="noStrike" u="none">
                <a:solidFill>
                  <a:srgbClr val="FFFFFF"/>
                </a:solidFill>
                <a:latin typeface="Handyman"/>
                <a:ea typeface="Handyman"/>
                <a:cs typeface="Handyman"/>
                <a:sym typeface="Handyman"/>
              </a:rPr>
              <a:t>н</a:t>
            </a:r>
            <a:r>
              <a:rPr lang="en-US" sz="4500" spc="270" strike="noStrike" u="none">
                <a:solidFill>
                  <a:srgbClr val="FFFFFF"/>
                </a:solidFill>
                <a:latin typeface="Handyman"/>
                <a:ea typeface="Handyman"/>
                <a:cs typeface="Handyman"/>
                <a:sym typeface="Handyman"/>
              </a:rPr>
              <a:t>и</a:t>
            </a:r>
            <a:r>
              <a:rPr lang="en-US" sz="4500" spc="270" strike="noStrike" u="none">
                <a:solidFill>
                  <a:srgbClr val="FFFFFF"/>
                </a:solidFill>
                <a:latin typeface="Handyman"/>
                <a:ea typeface="Handyman"/>
                <a:cs typeface="Handyman"/>
                <a:sym typeface="Handyman"/>
              </a:rPr>
              <a:t>е на</a:t>
            </a:r>
            <a:r>
              <a:rPr lang="en-US" sz="4500" spc="270" strike="noStrike" u="none">
                <a:solidFill>
                  <a:srgbClr val="FFFFFF"/>
                </a:solidFill>
                <a:latin typeface="Handyman"/>
                <a:ea typeface="Handyman"/>
                <a:cs typeface="Handyman"/>
                <a:sym typeface="Handyman"/>
              </a:rPr>
              <a:t> умен</a:t>
            </a:r>
            <a:r>
              <a:rPr lang="en-US" sz="4500" spc="270" strike="noStrike" u="none">
                <a:solidFill>
                  <a:srgbClr val="FFFFFF"/>
                </a:solidFill>
                <a:latin typeface="Handyman"/>
                <a:ea typeface="Handyman"/>
                <a:cs typeface="Handyman"/>
                <a:sym typeface="Handyman"/>
              </a:rPr>
              <a:t>и</a:t>
            </a:r>
            <a:r>
              <a:rPr lang="en-US" sz="4500" spc="270" strike="noStrike" u="none">
                <a:solidFill>
                  <a:srgbClr val="FFFFFF"/>
                </a:solidFill>
                <a:latin typeface="Handyman"/>
                <a:ea typeface="Handyman"/>
                <a:cs typeface="Handyman"/>
                <a:sym typeface="Handyman"/>
              </a:rPr>
              <a:t>я</a:t>
            </a:r>
            <a:r>
              <a:rPr lang="en-US" sz="4500" spc="270" strike="noStrike" u="none">
                <a:solidFill>
                  <a:srgbClr val="FFFFFF"/>
                </a:solidFill>
                <a:latin typeface="Handyman"/>
                <a:ea typeface="Handyman"/>
                <a:cs typeface="Handyman"/>
                <a:sym typeface="Handyman"/>
              </a:rPr>
              <a:t> </a:t>
            </a:r>
            <a:r>
              <a:rPr lang="en-US" sz="4500" spc="270" strike="noStrike" u="none">
                <a:solidFill>
                  <a:srgbClr val="FFFFFF"/>
                </a:solidFill>
                <a:latin typeface="Handyman"/>
                <a:ea typeface="Handyman"/>
                <a:cs typeface="Handyman"/>
                <a:sym typeface="Handyman"/>
              </a:rPr>
              <a:t>(S</a:t>
            </a:r>
            <a:r>
              <a:rPr lang="en-US" sz="4500" spc="270" strike="noStrike" u="none">
                <a:solidFill>
                  <a:srgbClr val="FFFFFF"/>
                </a:solidFill>
                <a:latin typeface="Handyman"/>
                <a:ea typeface="Handyman"/>
                <a:cs typeface="Handyman"/>
                <a:sym typeface="Handyman"/>
              </a:rPr>
              <a:t>k</a:t>
            </a:r>
            <a:r>
              <a:rPr lang="en-US" sz="4500" spc="270" strike="noStrike" u="none">
                <a:solidFill>
                  <a:srgbClr val="FFFFFF"/>
                </a:solidFill>
                <a:latin typeface="Handyman"/>
                <a:ea typeface="Handyman"/>
                <a:cs typeface="Handyman"/>
                <a:sym typeface="Handyman"/>
              </a:rPr>
              <a:t>ills)</a:t>
            </a:r>
          </a:p>
        </p:txBody>
      </p:sp>
    </p:spTree>
  </p:cSld>
  <p:clrMapOvr>
    <a:masterClrMapping/>
  </p:clrMapOvr>
  <p:transition spd="fast">
    <p:push dir="l"/>
  </p:transition>
</p:sld>
</file>

<file path=ppt/slides/slide6.xml><?xml version="1.0" encoding="utf-8"?>
<p:sld xmlns:p="http://schemas.openxmlformats.org/presentationml/2006/main" xmlns:a="http://schemas.openxmlformats.org/drawingml/2006/main" xmlns:r="http://schemas.openxmlformats.org/officeDocument/2006/relationships">
  <p:cSld>
    <p:bg>
      <p:bgPr>
        <a:gradFill rotWithShape="true">
          <a:gsLst>
            <a:gs pos="0">
              <a:srgbClr val="042C62">
                <a:alpha val="100000"/>
              </a:srgbClr>
            </a:gs>
            <a:gs pos="100000">
              <a:srgbClr val="A177AF">
                <a:alpha val="100000"/>
              </a:srgbClr>
            </a:gs>
          </a:gsLst>
          <a:lin ang="5400000"/>
        </a:gra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name="Freeform 2" id="2"/>
          <p:cNvSpPr/>
          <p:nvPr/>
        </p:nvSpPr>
        <p:spPr>
          <a:xfrm flipH="false" flipV="false" rot="0">
            <a:off x="4194846" y="-6276806"/>
            <a:ext cx="9144000" cy="9506433"/>
          </a:xfrm>
          <a:custGeom>
            <a:avLst/>
            <a:gdLst/>
            <a:ahLst/>
            <a:cxnLst/>
            <a:rect r="r" b="b" t="t" l="l"/>
            <a:pathLst>
              <a:path h="9506433" w="9144000">
                <a:moveTo>
                  <a:pt x="0" y="0"/>
                </a:moveTo>
                <a:lnTo>
                  <a:pt x="9144000" y="0"/>
                </a:lnTo>
                <a:lnTo>
                  <a:pt x="9144000" y="9506433"/>
                </a:lnTo>
                <a:lnTo>
                  <a:pt x="0" y="9506433"/>
                </a:lnTo>
                <a:lnTo>
                  <a:pt x="0" y="0"/>
                </a:lnTo>
                <a:close/>
              </a:path>
            </a:pathLst>
          </a:custGeom>
          <a:blipFill>
            <a:blip r:embed="rId2">
              <a:alphaModFix amt="40000"/>
            </a:blip>
            <a:stretch>
              <a:fillRect l="0" t="0" r="0" b="0"/>
            </a:stretch>
          </a:blipFill>
        </p:spPr>
      </p:sp>
      <p:sp>
        <p:nvSpPr>
          <p:cNvPr name="Freeform 3" id="3"/>
          <p:cNvSpPr/>
          <p:nvPr/>
        </p:nvSpPr>
        <p:spPr>
          <a:xfrm flipH="false" flipV="false" rot="0">
            <a:off x="15823328" y="-172751"/>
            <a:ext cx="3388512" cy="3388512"/>
          </a:xfrm>
          <a:custGeom>
            <a:avLst/>
            <a:gdLst/>
            <a:ahLst/>
            <a:cxnLst/>
            <a:rect r="r" b="b" t="t" l="l"/>
            <a:pathLst>
              <a:path h="3388512" w="3388512">
                <a:moveTo>
                  <a:pt x="0" y="0"/>
                </a:moveTo>
                <a:lnTo>
                  <a:pt x="3388512" y="0"/>
                </a:lnTo>
                <a:lnTo>
                  <a:pt x="3388512" y="3388512"/>
                </a:lnTo>
                <a:lnTo>
                  <a:pt x="0" y="3388512"/>
                </a:lnTo>
                <a:lnTo>
                  <a:pt x="0" y="0"/>
                </a:lnTo>
                <a:close/>
              </a:path>
            </a:pathLst>
          </a:custGeom>
          <a:blipFill>
            <a:blip r:embed="rId3">
              <a:extLst>
                <a:ext uri="{96DAC541-7B7A-43D3-8B79-37D633B846F1}">
                  <asvg:svgBlip xmlns:asvg="http://schemas.microsoft.com/office/drawing/2016/SVG/main" r:embed="rId4"/>
                </a:ext>
              </a:extLst>
            </a:blip>
            <a:stretch>
              <a:fillRect l="0" t="0" r="0" b="0"/>
            </a:stretch>
          </a:blipFill>
        </p:spPr>
      </p:sp>
      <p:sp>
        <p:nvSpPr>
          <p:cNvPr name="Freeform 4" id="4"/>
          <p:cNvSpPr/>
          <p:nvPr/>
        </p:nvSpPr>
        <p:spPr>
          <a:xfrm flipH="false" flipV="false" rot="0">
            <a:off x="2294731" y="-3092725"/>
            <a:ext cx="13698538" cy="7003378"/>
          </a:xfrm>
          <a:custGeom>
            <a:avLst/>
            <a:gdLst/>
            <a:ahLst/>
            <a:cxnLst/>
            <a:rect r="r" b="b" t="t" l="l"/>
            <a:pathLst>
              <a:path h="7003378" w="13698538">
                <a:moveTo>
                  <a:pt x="0" y="0"/>
                </a:moveTo>
                <a:lnTo>
                  <a:pt x="13698538" y="0"/>
                </a:lnTo>
                <a:lnTo>
                  <a:pt x="13698538" y="7003378"/>
                </a:lnTo>
                <a:lnTo>
                  <a:pt x="0" y="7003378"/>
                </a:lnTo>
                <a:lnTo>
                  <a:pt x="0" y="0"/>
                </a:lnTo>
                <a:close/>
              </a:path>
            </a:pathLst>
          </a:custGeom>
          <a:blipFill>
            <a:blip r:embed="rId5">
              <a:alphaModFix amt="15000"/>
              <a:extLst>
                <a:ext uri="{96DAC541-7B7A-43D3-8B79-37D633B846F1}">
                  <asvg:svgBlip xmlns:asvg="http://schemas.microsoft.com/office/drawing/2016/SVG/main" r:embed="rId6"/>
                </a:ext>
              </a:extLst>
            </a:blip>
            <a:stretch>
              <a:fillRect l="0" t="0" r="0" b="0"/>
            </a:stretch>
          </a:blipFill>
        </p:spPr>
      </p:sp>
      <p:sp>
        <p:nvSpPr>
          <p:cNvPr name="Freeform 5" id="5"/>
          <p:cNvSpPr/>
          <p:nvPr/>
        </p:nvSpPr>
        <p:spPr>
          <a:xfrm flipH="false" flipV="false" rot="0">
            <a:off x="14210456" y="1441454"/>
            <a:ext cx="474490" cy="423746"/>
          </a:xfrm>
          <a:custGeom>
            <a:avLst/>
            <a:gdLst/>
            <a:ahLst/>
            <a:cxnLst/>
            <a:rect r="r" b="b" t="t" l="l"/>
            <a:pathLst>
              <a:path h="423746" w="474490">
                <a:moveTo>
                  <a:pt x="0" y="0"/>
                </a:moveTo>
                <a:lnTo>
                  <a:pt x="474491" y="0"/>
                </a:lnTo>
                <a:lnTo>
                  <a:pt x="474491" y="423746"/>
                </a:lnTo>
                <a:lnTo>
                  <a:pt x="0" y="423746"/>
                </a:lnTo>
                <a:lnTo>
                  <a:pt x="0" y="0"/>
                </a:lnTo>
                <a:close/>
              </a:path>
            </a:pathLst>
          </a:custGeom>
          <a:blipFill>
            <a:blip r:embed="rId7"/>
            <a:stretch>
              <a:fillRect l="-141339" t="-79679" r="-24689" b="-80971"/>
            </a:stretch>
          </a:blipFill>
        </p:spPr>
      </p:sp>
      <p:sp>
        <p:nvSpPr>
          <p:cNvPr name="Freeform 6" id="6"/>
          <p:cNvSpPr/>
          <p:nvPr/>
        </p:nvSpPr>
        <p:spPr>
          <a:xfrm flipH="true" flipV="true" rot="844515">
            <a:off x="13043650" y="6151459"/>
            <a:ext cx="224505" cy="826881"/>
          </a:xfrm>
          <a:custGeom>
            <a:avLst/>
            <a:gdLst/>
            <a:ahLst/>
            <a:cxnLst/>
            <a:rect r="r" b="b" t="t" l="l"/>
            <a:pathLst>
              <a:path h="826881" w="224505">
                <a:moveTo>
                  <a:pt x="224505" y="826881"/>
                </a:moveTo>
                <a:lnTo>
                  <a:pt x="0" y="826881"/>
                </a:lnTo>
                <a:lnTo>
                  <a:pt x="0" y="0"/>
                </a:lnTo>
                <a:lnTo>
                  <a:pt x="224505" y="0"/>
                </a:lnTo>
                <a:lnTo>
                  <a:pt x="224505" y="826881"/>
                </a:lnTo>
                <a:close/>
              </a:path>
            </a:pathLst>
          </a:custGeom>
          <a:blipFill>
            <a:blip r:embed="rId7"/>
            <a:stretch>
              <a:fillRect l="-677507" t="-192267" r="-452731" b="0"/>
            </a:stretch>
          </a:blipFill>
        </p:spPr>
      </p:sp>
      <p:sp>
        <p:nvSpPr>
          <p:cNvPr name="Freeform 7" id="7"/>
          <p:cNvSpPr/>
          <p:nvPr/>
        </p:nvSpPr>
        <p:spPr>
          <a:xfrm flipH="true" flipV="true" rot="844515">
            <a:off x="8358457" y="661605"/>
            <a:ext cx="224505" cy="826881"/>
          </a:xfrm>
          <a:custGeom>
            <a:avLst/>
            <a:gdLst/>
            <a:ahLst/>
            <a:cxnLst/>
            <a:rect r="r" b="b" t="t" l="l"/>
            <a:pathLst>
              <a:path h="826881" w="224505">
                <a:moveTo>
                  <a:pt x="224505" y="826881"/>
                </a:moveTo>
                <a:lnTo>
                  <a:pt x="0" y="826881"/>
                </a:lnTo>
                <a:lnTo>
                  <a:pt x="0" y="0"/>
                </a:lnTo>
                <a:lnTo>
                  <a:pt x="224505" y="0"/>
                </a:lnTo>
                <a:lnTo>
                  <a:pt x="224505" y="826881"/>
                </a:lnTo>
                <a:close/>
              </a:path>
            </a:pathLst>
          </a:custGeom>
          <a:blipFill>
            <a:blip r:embed="rId7"/>
            <a:stretch>
              <a:fillRect l="-677507" t="-192267" r="-452731" b="0"/>
            </a:stretch>
          </a:blipFill>
        </p:spPr>
      </p:sp>
      <p:sp>
        <p:nvSpPr>
          <p:cNvPr name="Freeform 8" id="8"/>
          <p:cNvSpPr/>
          <p:nvPr/>
        </p:nvSpPr>
        <p:spPr>
          <a:xfrm flipH="true" flipV="false" rot="0">
            <a:off x="2789136" y="1671445"/>
            <a:ext cx="692510" cy="618450"/>
          </a:xfrm>
          <a:custGeom>
            <a:avLst/>
            <a:gdLst/>
            <a:ahLst/>
            <a:cxnLst/>
            <a:rect r="r" b="b" t="t" l="l"/>
            <a:pathLst>
              <a:path h="618450" w="692510">
                <a:moveTo>
                  <a:pt x="692510" y="0"/>
                </a:moveTo>
                <a:lnTo>
                  <a:pt x="0" y="0"/>
                </a:lnTo>
                <a:lnTo>
                  <a:pt x="0" y="618450"/>
                </a:lnTo>
                <a:lnTo>
                  <a:pt x="692510" y="618450"/>
                </a:lnTo>
                <a:lnTo>
                  <a:pt x="692510" y="0"/>
                </a:lnTo>
                <a:close/>
              </a:path>
            </a:pathLst>
          </a:custGeom>
          <a:blipFill>
            <a:blip r:embed="rId7"/>
            <a:stretch>
              <a:fillRect l="-141339" t="-79679" r="-24689" b="-80971"/>
            </a:stretch>
          </a:blipFill>
        </p:spPr>
      </p:sp>
      <p:sp>
        <p:nvSpPr>
          <p:cNvPr name="Freeform 9" id="9"/>
          <p:cNvSpPr/>
          <p:nvPr/>
        </p:nvSpPr>
        <p:spPr>
          <a:xfrm flipH="true" flipV="true" rot="-5988675">
            <a:off x="17350443" y="4052265"/>
            <a:ext cx="722220" cy="793036"/>
          </a:xfrm>
          <a:custGeom>
            <a:avLst/>
            <a:gdLst/>
            <a:ahLst/>
            <a:cxnLst/>
            <a:rect r="r" b="b" t="t" l="l"/>
            <a:pathLst>
              <a:path h="793036" w="722220">
                <a:moveTo>
                  <a:pt x="722220" y="793036"/>
                </a:moveTo>
                <a:lnTo>
                  <a:pt x="0" y="793036"/>
                </a:lnTo>
                <a:lnTo>
                  <a:pt x="0" y="0"/>
                </a:lnTo>
                <a:lnTo>
                  <a:pt x="722220" y="0"/>
                </a:lnTo>
                <a:lnTo>
                  <a:pt x="722220" y="793036"/>
                </a:lnTo>
                <a:close/>
              </a:path>
            </a:pathLst>
          </a:custGeom>
          <a:blipFill>
            <a:blip r:embed="rId7"/>
            <a:stretch>
              <a:fillRect l="-201985" t="-192267" r="-64785" b="0"/>
            </a:stretch>
          </a:blipFill>
        </p:spPr>
      </p:sp>
      <p:sp>
        <p:nvSpPr>
          <p:cNvPr name="Freeform 10" id="10"/>
          <p:cNvSpPr/>
          <p:nvPr/>
        </p:nvSpPr>
        <p:spPr>
          <a:xfrm flipH="false" flipV="false" rot="0">
            <a:off x="-2300142" y="2013364"/>
            <a:ext cx="3880498" cy="3686473"/>
          </a:xfrm>
          <a:custGeom>
            <a:avLst/>
            <a:gdLst/>
            <a:ahLst/>
            <a:cxnLst/>
            <a:rect r="r" b="b" t="t" l="l"/>
            <a:pathLst>
              <a:path h="3686473" w="3880498">
                <a:moveTo>
                  <a:pt x="0" y="0"/>
                </a:moveTo>
                <a:lnTo>
                  <a:pt x="3880498" y="0"/>
                </a:lnTo>
                <a:lnTo>
                  <a:pt x="3880498" y="3686473"/>
                </a:lnTo>
                <a:lnTo>
                  <a:pt x="0" y="3686473"/>
                </a:lnTo>
                <a:lnTo>
                  <a:pt x="0" y="0"/>
                </a:lnTo>
                <a:close/>
              </a:path>
            </a:pathLst>
          </a:custGeom>
          <a:blipFill>
            <a:blip r:embed="rId8"/>
            <a:stretch>
              <a:fillRect l="0" t="0" r="0" b="0"/>
            </a:stretch>
          </a:blipFill>
        </p:spPr>
      </p:sp>
      <p:sp>
        <p:nvSpPr>
          <p:cNvPr name="Freeform 11" id="11"/>
          <p:cNvSpPr/>
          <p:nvPr/>
        </p:nvSpPr>
        <p:spPr>
          <a:xfrm flipH="false" flipV="false" rot="0">
            <a:off x="16223557" y="8116537"/>
            <a:ext cx="3880498" cy="3686473"/>
          </a:xfrm>
          <a:custGeom>
            <a:avLst/>
            <a:gdLst/>
            <a:ahLst/>
            <a:cxnLst/>
            <a:rect r="r" b="b" t="t" l="l"/>
            <a:pathLst>
              <a:path h="3686473" w="3880498">
                <a:moveTo>
                  <a:pt x="0" y="0"/>
                </a:moveTo>
                <a:lnTo>
                  <a:pt x="3880497" y="0"/>
                </a:lnTo>
                <a:lnTo>
                  <a:pt x="3880497" y="3686473"/>
                </a:lnTo>
                <a:lnTo>
                  <a:pt x="0" y="3686473"/>
                </a:lnTo>
                <a:lnTo>
                  <a:pt x="0" y="0"/>
                </a:lnTo>
                <a:close/>
              </a:path>
            </a:pathLst>
          </a:custGeom>
          <a:blipFill>
            <a:blip r:embed="rId8"/>
            <a:stretch>
              <a:fillRect l="0" t="0" r="0" b="0"/>
            </a:stretch>
          </a:blipFill>
        </p:spPr>
      </p:sp>
      <p:sp>
        <p:nvSpPr>
          <p:cNvPr name="Freeform 12" id="12"/>
          <p:cNvSpPr/>
          <p:nvPr/>
        </p:nvSpPr>
        <p:spPr>
          <a:xfrm flipH="false" flipV="false" rot="0">
            <a:off x="300365" y="812756"/>
            <a:ext cx="1456670" cy="1052444"/>
          </a:xfrm>
          <a:custGeom>
            <a:avLst/>
            <a:gdLst/>
            <a:ahLst/>
            <a:cxnLst/>
            <a:rect r="r" b="b" t="t" l="l"/>
            <a:pathLst>
              <a:path h="1052444" w="1456670">
                <a:moveTo>
                  <a:pt x="0" y="0"/>
                </a:moveTo>
                <a:lnTo>
                  <a:pt x="1456670" y="0"/>
                </a:lnTo>
                <a:lnTo>
                  <a:pt x="1456670" y="1052444"/>
                </a:lnTo>
                <a:lnTo>
                  <a:pt x="0" y="1052444"/>
                </a:lnTo>
                <a:lnTo>
                  <a:pt x="0" y="0"/>
                </a:lnTo>
                <a:close/>
              </a:path>
            </a:pathLst>
          </a:custGeom>
          <a:blipFill>
            <a:blip r:embed="rId9"/>
            <a:stretch>
              <a:fillRect l="0" t="0" r="0" b="0"/>
            </a:stretch>
          </a:blipFill>
        </p:spPr>
      </p:sp>
      <p:sp>
        <p:nvSpPr>
          <p:cNvPr name="TextBox 13" id="13"/>
          <p:cNvSpPr txBox="true"/>
          <p:nvPr/>
        </p:nvSpPr>
        <p:spPr>
          <a:xfrm rot="0">
            <a:off x="562928" y="5377248"/>
            <a:ext cx="4746906" cy="2098675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ctr">
              <a:lnSpc>
                <a:spcPts val="5599"/>
              </a:lnSpc>
            </a:pPr>
            <a:r>
              <a:rPr lang="en-US" sz="3999">
                <a:solidFill>
                  <a:srgbClr val="FFFFFF"/>
                </a:solidFill>
                <a:latin typeface="Lazydog"/>
                <a:ea typeface="Lazydog"/>
                <a:cs typeface="Lazydog"/>
                <a:sym typeface="Lazydog"/>
              </a:rPr>
              <a:t>Добавя умения и управлява потребители</a:t>
            </a:r>
          </a:p>
        </p:txBody>
      </p:sp>
      <p:sp>
        <p:nvSpPr>
          <p:cNvPr name="TextBox 14" id="14"/>
          <p:cNvSpPr txBox="true"/>
          <p:nvPr/>
        </p:nvSpPr>
        <p:spPr>
          <a:xfrm rot="0">
            <a:off x="6647261" y="5258285"/>
            <a:ext cx="4595458" cy="2098675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ctr">
              <a:lnSpc>
                <a:spcPts val="5599"/>
              </a:lnSpc>
            </a:pPr>
            <a:r>
              <a:rPr lang="en-US" sz="3999">
                <a:solidFill>
                  <a:srgbClr val="FFFFFF"/>
                </a:solidFill>
                <a:latin typeface="Lazydog"/>
                <a:ea typeface="Lazydog"/>
                <a:cs typeface="Lazydog"/>
                <a:sym typeface="Lazydog"/>
              </a:rPr>
              <a:t>Най-високи права в системата</a:t>
            </a:r>
          </a:p>
        </p:txBody>
      </p:sp>
      <p:sp>
        <p:nvSpPr>
          <p:cNvPr name="TextBox 15" id="15"/>
          <p:cNvSpPr txBox="true"/>
          <p:nvPr/>
        </p:nvSpPr>
        <p:spPr>
          <a:xfrm rot="0">
            <a:off x="13139836" y="5280737"/>
            <a:ext cx="4178738" cy="2098675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ctr">
              <a:lnSpc>
                <a:spcPts val="5599"/>
              </a:lnSpc>
            </a:pPr>
            <a:r>
              <a:rPr lang="en-US" sz="3999">
                <a:solidFill>
                  <a:srgbClr val="FFFFFF"/>
                </a:solidFill>
                <a:latin typeface="Lazydog"/>
                <a:ea typeface="Lazydog"/>
                <a:cs typeface="Lazydog"/>
                <a:sym typeface="Lazydog"/>
              </a:rPr>
              <a:t>управление на регистрирани потребители</a:t>
            </a:r>
          </a:p>
        </p:txBody>
      </p:sp>
      <p:sp>
        <p:nvSpPr>
          <p:cNvPr name="Freeform 16" id="16"/>
          <p:cNvSpPr/>
          <p:nvPr/>
        </p:nvSpPr>
        <p:spPr>
          <a:xfrm flipH="false" flipV="false" rot="0">
            <a:off x="0" y="4665173"/>
            <a:ext cx="5809548" cy="2970132"/>
          </a:xfrm>
          <a:custGeom>
            <a:avLst/>
            <a:gdLst/>
            <a:ahLst/>
            <a:cxnLst/>
            <a:rect r="r" b="b" t="t" l="l"/>
            <a:pathLst>
              <a:path h="2970132" w="5809548">
                <a:moveTo>
                  <a:pt x="0" y="0"/>
                </a:moveTo>
                <a:lnTo>
                  <a:pt x="5809548" y="0"/>
                </a:lnTo>
                <a:lnTo>
                  <a:pt x="5809548" y="2970131"/>
                </a:lnTo>
                <a:lnTo>
                  <a:pt x="0" y="2970131"/>
                </a:lnTo>
                <a:lnTo>
                  <a:pt x="0" y="0"/>
                </a:lnTo>
                <a:close/>
              </a:path>
            </a:pathLst>
          </a:custGeom>
          <a:blipFill>
            <a:blip r:embed="rId5">
              <a:alphaModFix amt="15000"/>
              <a:extLst>
                <a:ext uri="{96DAC541-7B7A-43D3-8B79-37D633B846F1}">
                  <asvg:svgBlip xmlns:asvg="http://schemas.microsoft.com/office/drawing/2016/SVG/main" r:embed="rId6"/>
                </a:ext>
              </a:extLst>
            </a:blip>
            <a:stretch>
              <a:fillRect l="0" t="0" r="0" b="0"/>
            </a:stretch>
          </a:blipFill>
        </p:spPr>
      </p:sp>
      <p:sp>
        <p:nvSpPr>
          <p:cNvPr name="Freeform 17" id="17"/>
          <p:cNvSpPr/>
          <p:nvPr/>
        </p:nvSpPr>
        <p:spPr>
          <a:xfrm flipH="false" flipV="false" rot="0">
            <a:off x="12170409" y="4681679"/>
            <a:ext cx="6117591" cy="3127618"/>
          </a:xfrm>
          <a:custGeom>
            <a:avLst/>
            <a:gdLst/>
            <a:ahLst/>
            <a:cxnLst/>
            <a:rect r="r" b="b" t="t" l="l"/>
            <a:pathLst>
              <a:path h="3127618" w="6117591">
                <a:moveTo>
                  <a:pt x="0" y="0"/>
                </a:moveTo>
                <a:lnTo>
                  <a:pt x="6117591" y="0"/>
                </a:lnTo>
                <a:lnTo>
                  <a:pt x="6117591" y="3127619"/>
                </a:lnTo>
                <a:lnTo>
                  <a:pt x="0" y="3127619"/>
                </a:lnTo>
                <a:lnTo>
                  <a:pt x="0" y="0"/>
                </a:lnTo>
                <a:close/>
              </a:path>
            </a:pathLst>
          </a:custGeom>
          <a:blipFill>
            <a:blip r:embed="rId5">
              <a:alphaModFix amt="15000"/>
              <a:extLst>
                <a:ext uri="{96DAC541-7B7A-43D3-8B79-37D633B846F1}">
                  <asvg:svgBlip xmlns:asvg="http://schemas.microsoft.com/office/drawing/2016/SVG/main" r:embed="rId6"/>
                </a:ext>
              </a:extLst>
            </a:blip>
            <a:stretch>
              <a:fillRect l="0" t="0" r="0" b="0"/>
            </a:stretch>
          </a:blipFill>
        </p:spPr>
      </p:sp>
      <p:sp>
        <p:nvSpPr>
          <p:cNvPr name="Freeform 18" id="18"/>
          <p:cNvSpPr/>
          <p:nvPr/>
        </p:nvSpPr>
        <p:spPr>
          <a:xfrm flipH="false" flipV="false" rot="0">
            <a:off x="6085205" y="4743916"/>
            <a:ext cx="5809548" cy="2970132"/>
          </a:xfrm>
          <a:custGeom>
            <a:avLst/>
            <a:gdLst/>
            <a:ahLst/>
            <a:cxnLst/>
            <a:rect r="r" b="b" t="t" l="l"/>
            <a:pathLst>
              <a:path h="2970132" w="5809548">
                <a:moveTo>
                  <a:pt x="0" y="0"/>
                </a:moveTo>
                <a:lnTo>
                  <a:pt x="5809548" y="0"/>
                </a:lnTo>
                <a:lnTo>
                  <a:pt x="5809548" y="2970132"/>
                </a:lnTo>
                <a:lnTo>
                  <a:pt x="0" y="2970132"/>
                </a:lnTo>
                <a:lnTo>
                  <a:pt x="0" y="0"/>
                </a:lnTo>
                <a:close/>
              </a:path>
            </a:pathLst>
          </a:custGeom>
          <a:blipFill>
            <a:blip r:embed="rId5">
              <a:alphaModFix amt="15000"/>
              <a:extLst>
                <a:ext uri="{96DAC541-7B7A-43D3-8B79-37D633B846F1}">
                  <asvg:svgBlip xmlns:asvg="http://schemas.microsoft.com/office/drawing/2016/SVG/main" r:embed="rId6"/>
                </a:ext>
              </a:extLst>
            </a:blip>
            <a:stretch>
              <a:fillRect l="0" t="0" r="0" b="0"/>
            </a:stretch>
          </a:blipFill>
        </p:spPr>
      </p:sp>
      <p:sp>
        <p:nvSpPr>
          <p:cNvPr name="TextBox 19" id="19"/>
          <p:cNvSpPr txBox="true"/>
          <p:nvPr/>
        </p:nvSpPr>
        <p:spPr>
          <a:xfrm rot="0">
            <a:off x="0" y="69850"/>
            <a:ext cx="18288000" cy="1717676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ctr">
              <a:lnSpc>
                <a:spcPts val="13999"/>
              </a:lnSpc>
            </a:pPr>
            <a:r>
              <a:rPr lang="en-US" sz="9999">
                <a:solidFill>
                  <a:srgbClr val="FFFFFF"/>
                </a:solidFill>
                <a:latin typeface="Lazydog"/>
                <a:ea typeface="Lazydog"/>
                <a:cs typeface="Lazydog"/>
                <a:sym typeface="Lazydog"/>
              </a:rPr>
              <a:t>Admin</a:t>
            </a:r>
          </a:p>
        </p:txBody>
      </p:sp>
      <p:sp>
        <p:nvSpPr>
          <p:cNvPr name="TextBox 20" id="20"/>
          <p:cNvSpPr txBox="true"/>
          <p:nvPr/>
        </p:nvSpPr>
        <p:spPr>
          <a:xfrm rot="0">
            <a:off x="3133407" y="1675871"/>
            <a:ext cx="12021187" cy="533399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ctr">
              <a:lnSpc>
                <a:spcPts val="4200"/>
              </a:lnSpc>
            </a:pPr>
            <a:r>
              <a:rPr lang="en-US" sz="3000">
                <a:solidFill>
                  <a:srgbClr val="FFFFFF"/>
                </a:solidFill>
                <a:latin typeface="Lazydog"/>
                <a:ea typeface="Lazydog"/>
                <a:cs typeface="Lazydog"/>
                <a:sym typeface="Lazydog"/>
              </a:rPr>
              <a:t>роля: администратор</a:t>
            </a:r>
          </a:p>
        </p:txBody>
      </p:sp>
    </p:spTree>
  </p:cSld>
  <p:clrMapOvr>
    <a:masterClrMapping/>
  </p:clrMapOvr>
  <p:transition spd="fast">
    <p:push dir="l"/>
  </p:transition>
</p:sld>
</file>

<file path=ppt/slides/slide7.xml><?xml version="1.0" encoding="utf-8"?>
<p:sld xmlns:p="http://schemas.openxmlformats.org/presentationml/2006/main" xmlns:a="http://schemas.openxmlformats.org/drawingml/2006/main" xmlns:r="http://schemas.openxmlformats.org/officeDocument/2006/relationships">
  <p:cSld>
    <p:bg>
      <p:bgPr>
        <a:gradFill rotWithShape="true">
          <a:gsLst>
            <a:gs pos="0">
              <a:srgbClr val="042C62">
                <a:alpha val="100000"/>
              </a:srgbClr>
            </a:gs>
            <a:gs pos="100000">
              <a:srgbClr val="A177AF">
                <a:alpha val="100000"/>
              </a:srgbClr>
            </a:gs>
          </a:gsLst>
          <a:lin ang="5400000"/>
        </a:gra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name="Freeform 2" id="2"/>
          <p:cNvSpPr/>
          <p:nvPr/>
        </p:nvSpPr>
        <p:spPr>
          <a:xfrm flipH="true" flipV="false" rot="0">
            <a:off x="5303702" y="-6290671"/>
            <a:ext cx="9144000" cy="9506433"/>
          </a:xfrm>
          <a:custGeom>
            <a:avLst/>
            <a:gdLst/>
            <a:ahLst/>
            <a:cxnLst/>
            <a:rect r="r" b="b" t="t" l="l"/>
            <a:pathLst>
              <a:path h="9506433" w="9144000">
                <a:moveTo>
                  <a:pt x="9144000" y="0"/>
                </a:moveTo>
                <a:lnTo>
                  <a:pt x="0" y="0"/>
                </a:lnTo>
                <a:lnTo>
                  <a:pt x="0" y="9506432"/>
                </a:lnTo>
                <a:lnTo>
                  <a:pt x="9144000" y="9506432"/>
                </a:lnTo>
                <a:lnTo>
                  <a:pt x="9144000" y="0"/>
                </a:lnTo>
                <a:close/>
              </a:path>
            </a:pathLst>
          </a:custGeom>
          <a:blipFill>
            <a:blip r:embed="rId2">
              <a:alphaModFix amt="40000"/>
            </a:blip>
            <a:stretch>
              <a:fillRect l="0" t="0" r="0" b="0"/>
            </a:stretch>
          </a:blipFill>
        </p:spPr>
      </p:sp>
      <p:sp>
        <p:nvSpPr>
          <p:cNvPr name="Freeform 3" id="3"/>
          <p:cNvSpPr/>
          <p:nvPr/>
        </p:nvSpPr>
        <p:spPr>
          <a:xfrm flipH="false" flipV="false" rot="0">
            <a:off x="3739247" y="8977893"/>
            <a:ext cx="1913537" cy="1913537"/>
          </a:xfrm>
          <a:custGeom>
            <a:avLst/>
            <a:gdLst/>
            <a:ahLst/>
            <a:cxnLst/>
            <a:rect r="r" b="b" t="t" l="l"/>
            <a:pathLst>
              <a:path h="1913537" w="1913537">
                <a:moveTo>
                  <a:pt x="0" y="0"/>
                </a:moveTo>
                <a:lnTo>
                  <a:pt x="1913537" y="0"/>
                </a:lnTo>
                <a:lnTo>
                  <a:pt x="1913537" y="1913536"/>
                </a:lnTo>
                <a:lnTo>
                  <a:pt x="0" y="1913536"/>
                </a:lnTo>
                <a:lnTo>
                  <a:pt x="0" y="0"/>
                </a:lnTo>
                <a:close/>
              </a:path>
            </a:pathLst>
          </a:custGeom>
          <a:blipFill>
            <a:blip r:embed="rId3">
              <a:extLst>
                <a:ext uri="{96DAC541-7B7A-43D3-8B79-37D633B846F1}">
                  <asvg:svgBlip xmlns:asvg="http://schemas.microsoft.com/office/drawing/2016/SVG/main" r:embed="rId4"/>
                </a:ext>
              </a:extLst>
            </a:blip>
            <a:stretch>
              <a:fillRect l="0" t="0" r="0" b="0"/>
            </a:stretch>
          </a:blipFill>
        </p:spPr>
      </p:sp>
      <p:sp>
        <p:nvSpPr>
          <p:cNvPr name="Freeform 4" id="4"/>
          <p:cNvSpPr/>
          <p:nvPr/>
        </p:nvSpPr>
        <p:spPr>
          <a:xfrm flipH="false" flipV="false" rot="0">
            <a:off x="2294731" y="-3092725"/>
            <a:ext cx="13698538" cy="7003378"/>
          </a:xfrm>
          <a:custGeom>
            <a:avLst/>
            <a:gdLst/>
            <a:ahLst/>
            <a:cxnLst/>
            <a:rect r="r" b="b" t="t" l="l"/>
            <a:pathLst>
              <a:path h="7003378" w="13698538">
                <a:moveTo>
                  <a:pt x="0" y="0"/>
                </a:moveTo>
                <a:lnTo>
                  <a:pt x="13698538" y="0"/>
                </a:lnTo>
                <a:lnTo>
                  <a:pt x="13698538" y="7003378"/>
                </a:lnTo>
                <a:lnTo>
                  <a:pt x="0" y="7003378"/>
                </a:lnTo>
                <a:lnTo>
                  <a:pt x="0" y="0"/>
                </a:lnTo>
                <a:close/>
              </a:path>
            </a:pathLst>
          </a:custGeom>
          <a:blipFill>
            <a:blip r:embed="rId5">
              <a:alphaModFix amt="15000"/>
              <a:extLst>
                <a:ext uri="{96DAC541-7B7A-43D3-8B79-37D633B846F1}">
                  <asvg:svgBlip xmlns:asvg="http://schemas.microsoft.com/office/drawing/2016/SVG/main" r:embed="rId6"/>
                </a:ext>
              </a:extLst>
            </a:blip>
            <a:stretch>
              <a:fillRect l="0" t="0" r="0" b="0"/>
            </a:stretch>
          </a:blipFill>
        </p:spPr>
      </p:sp>
      <p:sp>
        <p:nvSpPr>
          <p:cNvPr name="Freeform 5" id="5"/>
          <p:cNvSpPr/>
          <p:nvPr/>
        </p:nvSpPr>
        <p:spPr>
          <a:xfrm flipH="false" flipV="false" rot="0">
            <a:off x="14210456" y="1441454"/>
            <a:ext cx="474490" cy="423746"/>
          </a:xfrm>
          <a:custGeom>
            <a:avLst/>
            <a:gdLst/>
            <a:ahLst/>
            <a:cxnLst/>
            <a:rect r="r" b="b" t="t" l="l"/>
            <a:pathLst>
              <a:path h="423746" w="474490">
                <a:moveTo>
                  <a:pt x="0" y="0"/>
                </a:moveTo>
                <a:lnTo>
                  <a:pt x="474491" y="0"/>
                </a:lnTo>
                <a:lnTo>
                  <a:pt x="474491" y="423746"/>
                </a:lnTo>
                <a:lnTo>
                  <a:pt x="0" y="423746"/>
                </a:lnTo>
                <a:lnTo>
                  <a:pt x="0" y="0"/>
                </a:lnTo>
                <a:close/>
              </a:path>
            </a:pathLst>
          </a:custGeom>
          <a:blipFill>
            <a:blip r:embed="rId7"/>
            <a:stretch>
              <a:fillRect l="-141339" t="-79679" r="-24689" b="-80971"/>
            </a:stretch>
          </a:blipFill>
        </p:spPr>
      </p:sp>
      <p:sp>
        <p:nvSpPr>
          <p:cNvPr name="Freeform 6" id="6"/>
          <p:cNvSpPr/>
          <p:nvPr/>
        </p:nvSpPr>
        <p:spPr>
          <a:xfrm flipH="true" flipV="true" rot="844515">
            <a:off x="4583763" y="7032120"/>
            <a:ext cx="224505" cy="826881"/>
          </a:xfrm>
          <a:custGeom>
            <a:avLst/>
            <a:gdLst/>
            <a:ahLst/>
            <a:cxnLst/>
            <a:rect r="r" b="b" t="t" l="l"/>
            <a:pathLst>
              <a:path h="826881" w="224505">
                <a:moveTo>
                  <a:pt x="224505" y="826881"/>
                </a:moveTo>
                <a:lnTo>
                  <a:pt x="0" y="826881"/>
                </a:lnTo>
                <a:lnTo>
                  <a:pt x="0" y="0"/>
                </a:lnTo>
                <a:lnTo>
                  <a:pt x="224505" y="0"/>
                </a:lnTo>
                <a:lnTo>
                  <a:pt x="224505" y="826881"/>
                </a:lnTo>
                <a:close/>
              </a:path>
            </a:pathLst>
          </a:custGeom>
          <a:blipFill>
            <a:blip r:embed="rId7"/>
            <a:stretch>
              <a:fillRect l="-677507" t="-192267" r="-452731" b="0"/>
            </a:stretch>
          </a:blipFill>
        </p:spPr>
      </p:sp>
      <p:sp>
        <p:nvSpPr>
          <p:cNvPr name="Freeform 7" id="7"/>
          <p:cNvSpPr/>
          <p:nvPr/>
        </p:nvSpPr>
        <p:spPr>
          <a:xfrm flipH="true" flipV="true" rot="844515">
            <a:off x="13242661" y="4554190"/>
            <a:ext cx="224505" cy="826881"/>
          </a:xfrm>
          <a:custGeom>
            <a:avLst/>
            <a:gdLst/>
            <a:ahLst/>
            <a:cxnLst/>
            <a:rect r="r" b="b" t="t" l="l"/>
            <a:pathLst>
              <a:path h="826881" w="224505">
                <a:moveTo>
                  <a:pt x="224504" y="826881"/>
                </a:moveTo>
                <a:lnTo>
                  <a:pt x="0" y="826881"/>
                </a:lnTo>
                <a:lnTo>
                  <a:pt x="0" y="0"/>
                </a:lnTo>
                <a:lnTo>
                  <a:pt x="224504" y="0"/>
                </a:lnTo>
                <a:lnTo>
                  <a:pt x="224504" y="826881"/>
                </a:lnTo>
                <a:close/>
              </a:path>
            </a:pathLst>
          </a:custGeom>
          <a:blipFill>
            <a:blip r:embed="rId7"/>
            <a:stretch>
              <a:fillRect l="-677507" t="-192267" r="-452731" b="0"/>
            </a:stretch>
          </a:blipFill>
        </p:spPr>
      </p:sp>
      <p:sp>
        <p:nvSpPr>
          <p:cNvPr name="Freeform 8" id="8"/>
          <p:cNvSpPr/>
          <p:nvPr/>
        </p:nvSpPr>
        <p:spPr>
          <a:xfrm flipH="true" flipV="true" rot="844515">
            <a:off x="8358457" y="661605"/>
            <a:ext cx="224505" cy="826881"/>
          </a:xfrm>
          <a:custGeom>
            <a:avLst/>
            <a:gdLst/>
            <a:ahLst/>
            <a:cxnLst/>
            <a:rect r="r" b="b" t="t" l="l"/>
            <a:pathLst>
              <a:path h="826881" w="224505">
                <a:moveTo>
                  <a:pt x="224505" y="826881"/>
                </a:moveTo>
                <a:lnTo>
                  <a:pt x="0" y="826881"/>
                </a:lnTo>
                <a:lnTo>
                  <a:pt x="0" y="0"/>
                </a:lnTo>
                <a:lnTo>
                  <a:pt x="224505" y="0"/>
                </a:lnTo>
                <a:lnTo>
                  <a:pt x="224505" y="826881"/>
                </a:lnTo>
                <a:close/>
              </a:path>
            </a:pathLst>
          </a:custGeom>
          <a:blipFill>
            <a:blip r:embed="rId7"/>
            <a:stretch>
              <a:fillRect l="-677507" t="-192267" r="-452731" b="0"/>
            </a:stretch>
          </a:blipFill>
        </p:spPr>
      </p:sp>
      <p:sp>
        <p:nvSpPr>
          <p:cNvPr name="Freeform 9" id="9"/>
          <p:cNvSpPr/>
          <p:nvPr/>
        </p:nvSpPr>
        <p:spPr>
          <a:xfrm flipH="true" flipV="true" rot="-4555484">
            <a:off x="12578535" y="8945818"/>
            <a:ext cx="224505" cy="826881"/>
          </a:xfrm>
          <a:custGeom>
            <a:avLst/>
            <a:gdLst/>
            <a:ahLst/>
            <a:cxnLst/>
            <a:rect r="r" b="b" t="t" l="l"/>
            <a:pathLst>
              <a:path h="826881" w="224505">
                <a:moveTo>
                  <a:pt x="224504" y="826881"/>
                </a:moveTo>
                <a:lnTo>
                  <a:pt x="0" y="826881"/>
                </a:lnTo>
                <a:lnTo>
                  <a:pt x="0" y="0"/>
                </a:lnTo>
                <a:lnTo>
                  <a:pt x="224504" y="0"/>
                </a:lnTo>
                <a:lnTo>
                  <a:pt x="224504" y="826881"/>
                </a:lnTo>
                <a:close/>
              </a:path>
            </a:pathLst>
          </a:custGeom>
          <a:blipFill>
            <a:blip r:embed="rId7"/>
            <a:stretch>
              <a:fillRect l="-677507" t="-192267" r="-452731" b="0"/>
            </a:stretch>
          </a:blipFill>
        </p:spPr>
      </p:sp>
      <p:sp>
        <p:nvSpPr>
          <p:cNvPr name="Freeform 10" id="10"/>
          <p:cNvSpPr/>
          <p:nvPr/>
        </p:nvSpPr>
        <p:spPr>
          <a:xfrm flipH="true" flipV="false" rot="0">
            <a:off x="2789136" y="1671445"/>
            <a:ext cx="692510" cy="618450"/>
          </a:xfrm>
          <a:custGeom>
            <a:avLst/>
            <a:gdLst/>
            <a:ahLst/>
            <a:cxnLst/>
            <a:rect r="r" b="b" t="t" l="l"/>
            <a:pathLst>
              <a:path h="618450" w="692510">
                <a:moveTo>
                  <a:pt x="692510" y="0"/>
                </a:moveTo>
                <a:lnTo>
                  <a:pt x="0" y="0"/>
                </a:lnTo>
                <a:lnTo>
                  <a:pt x="0" y="618450"/>
                </a:lnTo>
                <a:lnTo>
                  <a:pt x="692510" y="618450"/>
                </a:lnTo>
                <a:lnTo>
                  <a:pt x="692510" y="0"/>
                </a:lnTo>
                <a:close/>
              </a:path>
            </a:pathLst>
          </a:custGeom>
          <a:blipFill>
            <a:blip r:embed="rId7"/>
            <a:stretch>
              <a:fillRect l="-141339" t="-79679" r="-24689" b="-80971"/>
            </a:stretch>
          </a:blipFill>
        </p:spPr>
      </p:sp>
      <p:sp>
        <p:nvSpPr>
          <p:cNvPr name="Freeform 11" id="11"/>
          <p:cNvSpPr/>
          <p:nvPr/>
        </p:nvSpPr>
        <p:spPr>
          <a:xfrm flipH="false" flipV="false" rot="0">
            <a:off x="-1015976" y="-727830"/>
            <a:ext cx="3880498" cy="3686473"/>
          </a:xfrm>
          <a:custGeom>
            <a:avLst/>
            <a:gdLst/>
            <a:ahLst/>
            <a:cxnLst/>
            <a:rect r="r" b="b" t="t" l="l"/>
            <a:pathLst>
              <a:path h="3686473" w="3880498">
                <a:moveTo>
                  <a:pt x="0" y="0"/>
                </a:moveTo>
                <a:lnTo>
                  <a:pt x="3880498" y="0"/>
                </a:lnTo>
                <a:lnTo>
                  <a:pt x="3880498" y="3686473"/>
                </a:lnTo>
                <a:lnTo>
                  <a:pt x="0" y="3686473"/>
                </a:lnTo>
                <a:lnTo>
                  <a:pt x="0" y="0"/>
                </a:lnTo>
                <a:close/>
              </a:path>
            </a:pathLst>
          </a:custGeom>
          <a:blipFill>
            <a:blip r:embed="rId8"/>
            <a:stretch>
              <a:fillRect l="0" t="0" r="0" b="0"/>
            </a:stretch>
          </a:blipFill>
        </p:spPr>
      </p:sp>
      <p:sp>
        <p:nvSpPr>
          <p:cNvPr name="Freeform 12" id="12"/>
          <p:cNvSpPr/>
          <p:nvPr/>
        </p:nvSpPr>
        <p:spPr>
          <a:xfrm flipH="false" flipV="false" rot="0">
            <a:off x="16324469" y="2858209"/>
            <a:ext cx="1456670" cy="1052444"/>
          </a:xfrm>
          <a:custGeom>
            <a:avLst/>
            <a:gdLst/>
            <a:ahLst/>
            <a:cxnLst/>
            <a:rect r="r" b="b" t="t" l="l"/>
            <a:pathLst>
              <a:path h="1052444" w="1456670">
                <a:moveTo>
                  <a:pt x="0" y="0"/>
                </a:moveTo>
                <a:lnTo>
                  <a:pt x="1456670" y="0"/>
                </a:lnTo>
                <a:lnTo>
                  <a:pt x="1456670" y="1052444"/>
                </a:lnTo>
                <a:lnTo>
                  <a:pt x="0" y="1052444"/>
                </a:lnTo>
                <a:lnTo>
                  <a:pt x="0" y="0"/>
                </a:lnTo>
                <a:close/>
              </a:path>
            </a:pathLst>
          </a:custGeom>
          <a:blipFill>
            <a:blip r:embed="rId9"/>
            <a:stretch>
              <a:fillRect l="0" t="0" r="0" b="0"/>
            </a:stretch>
          </a:blipFill>
        </p:spPr>
      </p:sp>
      <p:sp>
        <p:nvSpPr>
          <p:cNvPr name="TextBox 13" id="13"/>
          <p:cNvSpPr txBox="true"/>
          <p:nvPr/>
        </p:nvSpPr>
        <p:spPr>
          <a:xfrm rot="0">
            <a:off x="0" y="69850"/>
            <a:ext cx="18288000" cy="1717676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ctr">
              <a:lnSpc>
                <a:spcPts val="13999"/>
              </a:lnSpc>
            </a:pPr>
            <a:r>
              <a:rPr lang="en-US" sz="9999">
                <a:solidFill>
                  <a:srgbClr val="FFFFFF"/>
                </a:solidFill>
                <a:latin typeface="Lazydog"/>
                <a:ea typeface="Lazydog"/>
                <a:cs typeface="Lazydog"/>
                <a:sym typeface="Lazydog"/>
              </a:rPr>
              <a:t>Employeer</a:t>
            </a:r>
          </a:p>
        </p:txBody>
      </p:sp>
      <p:sp>
        <p:nvSpPr>
          <p:cNvPr name="TextBox 14" id="14"/>
          <p:cNvSpPr txBox="true"/>
          <p:nvPr/>
        </p:nvSpPr>
        <p:spPr>
          <a:xfrm rot="0">
            <a:off x="3133407" y="1675871"/>
            <a:ext cx="12021187" cy="533399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ctr">
              <a:lnSpc>
                <a:spcPts val="4200"/>
              </a:lnSpc>
            </a:pPr>
            <a:r>
              <a:rPr lang="en-US" sz="3000">
                <a:solidFill>
                  <a:srgbClr val="FFFFFF"/>
                </a:solidFill>
                <a:latin typeface="Lazydog"/>
                <a:ea typeface="Lazydog"/>
                <a:cs typeface="Lazydog"/>
                <a:sym typeface="Lazydog"/>
              </a:rPr>
              <a:t>роля: Работодател</a:t>
            </a:r>
          </a:p>
        </p:txBody>
      </p:sp>
      <p:sp>
        <p:nvSpPr>
          <p:cNvPr name="Freeform 15" id="15"/>
          <p:cNvSpPr/>
          <p:nvPr/>
        </p:nvSpPr>
        <p:spPr>
          <a:xfrm flipH="true" flipV="true" rot="844515">
            <a:off x="13043650" y="6151459"/>
            <a:ext cx="224505" cy="826881"/>
          </a:xfrm>
          <a:custGeom>
            <a:avLst/>
            <a:gdLst/>
            <a:ahLst/>
            <a:cxnLst/>
            <a:rect r="r" b="b" t="t" l="l"/>
            <a:pathLst>
              <a:path h="826881" w="224505">
                <a:moveTo>
                  <a:pt x="224505" y="826881"/>
                </a:moveTo>
                <a:lnTo>
                  <a:pt x="0" y="826881"/>
                </a:lnTo>
                <a:lnTo>
                  <a:pt x="0" y="0"/>
                </a:lnTo>
                <a:lnTo>
                  <a:pt x="224505" y="0"/>
                </a:lnTo>
                <a:lnTo>
                  <a:pt x="224505" y="826881"/>
                </a:lnTo>
                <a:close/>
              </a:path>
            </a:pathLst>
          </a:custGeom>
          <a:blipFill>
            <a:blip r:embed="rId7"/>
            <a:stretch>
              <a:fillRect l="-677507" t="-192267" r="-452731" b="0"/>
            </a:stretch>
          </a:blipFill>
        </p:spPr>
      </p:sp>
      <p:sp>
        <p:nvSpPr>
          <p:cNvPr name="TextBox 16" id="16"/>
          <p:cNvSpPr txBox="true"/>
          <p:nvPr/>
        </p:nvSpPr>
        <p:spPr>
          <a:xfrm rot="0">
            <a:off x="491069" y="4747695"/>
            <a:ext cx="4746906" cy="2537460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ctr" marL="0" indent="0" lvl="0">
              <a:lnSpc>
                <a:spcPts val="5039"/>
              </a:lnSpc>
              <a:spcBef>
                <a:spcPct val="0"/>
              </a:spcBef>
            </a:pPr>
            <a:r>
              <a:rPr lang="en-US" sz="3599" strike="noStrike" u="none">
                <a:solidFill>
                  <a:srgbClr val="FFFFFF"/>
                </a:solidFill>
                <a:latin typeface="Lazydog"/>
                <a:ea typeface="Lazydog"/>
                <a:cs typeface="Lazydog"/>
                <a:sym typeface="Lazydog"/>
              </a:rPr>
              <a:t>Публикуват, редактират и изтриват обяви за работа</a:t>
            </a:r>
          </a:p>
        </p:txBody>
      </p:sp>
      <p:sp>
        <p:nvSpPr>
          <p:cNvPr name="TextBox 17" id="17"/>
          <p:cNvSpPr txBox="true"/>
          <p:nvPr/>
        </p:nvSpPr>
        <p:spPr>
          <a:xfrm rot="0">
            <a:off x="6645474" y="4701472"/>
            <a:ext cx="4595458" cy="2537460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ctr" marL="0" indent="0" lvl="0">
              <a:lnSpc>
                <a:spcPts val="5039"/>
              </a:lnSpc>
              <a:spcBef>
                <a:spcPct val="0"/>
              </a:spcBef>
            </a:pPr>
            <a:r>
              <a:rPr lang="en-US" sz="3599" strike="noStrike" u="none">
                <a:solidFill>
                  <a:srgbClr val="FFFFFF"/>
                </a:solidFill>
                <a:latin typeface="Lazydog"/>
                <a:ea typeface="Lazydog"/>
                <a:cs typeface="Lazydog"/>
                <a:sym typeface="Lazydog"/>
              </a:rPr>
              <a:t>Управляват информация за работните позиции</a:t>
            </a:r>
          </a:p>
        </p:txBody>
      </p:sp>
      <p:sp>
        <p:nvSpPr>
          <p:cNvPr name="TextBox 18" id="18"/>
          <p:cNvSpPr txBox="true"/>
          <p:nvPr/>
        </p:nvSpPr>
        <p:spPr>
          <a:xfrm rot="0">
            <a:off x="12188800" y="4825053"/>
            <a:ext cx="5931586" cy="1899285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ctr">
              <a:lnSpc>
                <a:spcPts val="5039"/>
              </a:lnSpc>
            </a:pPr>
            <a:r>
              <a:rPr lang="en-US" sz="3599">
                <a:solidFill>
                  <a:srgbClr val="FFFFFF"/>
                </a:solidFill>
                <a:latin typeface="Lazydog"/>
                <a:ea typeface="Lazydog"/>
                <a:cs typeface="Lazydog"/>
                <a:sym typeface="Lazydog"/>
              </a:rPr>
              <a:t>търсене и филтриране, за намиране на подходящи кандидати</a:t>
            </a:r>
          </a:p>
        </p:txBody>
      </p:sp>
      <p:sp>
        <p:nvSpPr>
          <p:cNvPr name="Freeform 19" id="19"/>
          <p:cNvSpPr/>
          <p:nvPr/>
        </p:nvSpPr>
        <p:spPr>
          <a:xfrm flipH="false" flipV="false" rot="0">
            <a:off x="15634321" y="8091425"/>
            <a:ext cx="3880498" cy="3686473"/>
          </a:xfrm>
          <a:custGeom>
            <a:avLst/>
            <a:gdLst/>
            <a:ahLst/>
            <a:cxnLst/>
            <a:rect r="r" b="b" t="t" l="l"/>
            <a:pathLst>
              <a:path h="3686473" w="3880498">
                <a:moveTo>
                  <a:pt x="0" y="0"/>
                </a:moveTo>
                <a:lnTo>
                  <a:pt x="3880498" y="0"/>
                </a:lnTo>
                <a:lnTo>
                  <a:pt x="3880498" y="3686473"/>
                </a:lnTo>
                <a:lnTo>
                  <a:pt x="0" y="3686473"/>
                </a:lnTo>
                <a:lnTo>
                  <a:pt x="0" y="0"/>
                </a:lnTo>
                <a:close/>
              </a:path>
            </a:pathLst>
          </a:custGeom>
          <a:blipFill>
            <a:blip r:embed="rId8"/>
            <a:stretch>
              <a:fillRect l="0" t="0" r="0" b="0"/>
            </a:stretch>
          </a:blipFill>
        </p:spPr>
      </p:sp>
      <p:sp>
        <p:nvSpPr>
          <p:cNvPr name="Freeform 20" id="20"/>
          <p:cNvSpPr/>
          <p:nvPr/>
        </p:nvSpPr>
        <p:spPr>
          <a:xfrm flipH="false" flipV="false" rot="0">
            <a:off x="12280214" y="4277055"/>
            <a:ext cx="6007786" cy="3071481"/>
          </a:xfrm>
          <a:custGeom>
            <a:avLst/>
            <a:gdLst/>
            <a:ahLst/>
            <a:cxnLst/>
            <a:rect r="r" b="b" t="t" l="l"/>
            <a:pathLst>
              <a:path h="3071481" w="6007786">
                <a:moveTo>
                  <a:pt x="0" y="0"/>
                </a:moveTo>
                <a:lnTo>
                  <a:pt x="6007786" y="0"/>
                </a:lnTo>
                <a:lnTo>
                  <a:pt x="6007786" y="3071481"/>
                </a:lnTo>
                <a:lnTo>
                  <a:pt x="0" y="3071481"/>
                </a:lnTo>
                <a:lnTo>
                  <a:pt x="0" y="0"/>
                </a:lnTo>
                <a:close/>
              </a:path>
            </a:pathLst>
          </a:custGeom>
          <a:blipFill>
            <a:blip r:embed="rId5">
              <a:alphaModFix amt="15000"/>
              <a:extLst>
                <a:ext uri="{96DAC541-7B7A-43D3-8B79-37D633B846F1}">
                  <asvg:svgBlip xmlns:asvg="http://schemas.microsoft.com/office/drawing/2016/SVG/main" r:embed="rId6"/>
                </a:ext>
              </a:extLst>
            </a:blip>
            <a:stretch>
              <a:fillRect l="0" t="0" r="0" b="0"/>
            </a:stretch>
          </a:blipFill>
        </p:spPr>
      </p:sp>
      <p:sp>
        <p:nvSpPr>
          <p:cNvPr name="Freeform 21" id="21"/>
          <p:cNvSpPr/>
          <p:nvPr/>
        </p:nvSpPr>
        <p:spPr>
          <a:xfrm flipH="false" flipV="false" rot="0">
            <a:off x="6111501" y="4238955"/>
            <a:ext cx="6007786" cy="3071481"/>
          </a:xfrm>
          <a:custGeom>
            <a:avLst/>
            <a:gdLst/>
            <a:ahLst/>
            <a:cxnLst/>
            <a:rect r="r" b="b" t="t" l="l"/>
            <a:pathLst>
              <a:path h="3071481" w="6007786">
                <a:moveTo>
                  <a:pt x="0" y="0"/>
                </a:moveTo>
                <a:lnTo>
                  <a:pt x="6007786" y="0"/>
                </a:lnTo>
                <a:lnTo>
                  <a:pt x="6007786" y="3071481"/>
                </a:lnTo>
                <a:lnTo>
                  <a:pt x="0" y="3071481"/>
                </a:lnTo>
                <a:lnTo>
                  <a:pt x="0" y="0"/>
                </a:lnTo>
                <a:close/>
              </a:path>
            </a:pathLst>
          </a:custGeom>
          <a:blipFill>
            <a:blip r:embed="rId5">
              <a:alphaModFix amt="15000"/>
              <a:extLst>
                <a:ext uri="{96DAC541-7B7A-43D3-8B79-37D633B846F1}">
                  <asvg:svgBlip xmlns:asvg="http://schemas.microsoft.com/office/drawing/2016/SVG/main" r:embed="rId6"/>
                </a:ext>
              </a:extLst>
            </a:blip>
            <a:stretch>
              <a:fillRect l="0" t="0" r="0" b="0"/>
            </a:stretch>
          </a:blipFill>
        </p:spPr>
      </p:sp>
      <p:sp>
        <p:nvSpPr>
          <p:cNvPr name="Freeform 22" id="22"/>
          <p:cNvSpPr/>
          <p:nvPr/>
        </p:nvSpPr>
        <p:spPr>
          <a:xfrm flipH="false" flipV="false" rot="0">
            <a:off x="-20111" y="4238955"/>
            <a:ext cx="6007786" cy="3071481"/>
          </a:xfrm>
          <a:custGeom>
            <a:avLst/>
            <a:gdLst/>
            <a:ahLst/>
            <a:cxnLst/>
            <a:rect r="r" b="b" t="t" l="l"/>
            <a:pathLst>
              <a:path h="3071481" w="6007786">
                <a:moveTo>
                  <a:pt x="0" y="0"/>
                </a:moveTo>
                <a:lnTo>
                  <a:pt x="6007787" y="0"/>
                </a:lnTo>
                <a:lnTo>
                  <a:pt x="6007787" y="3071481"/>
                </a:lnTo>
                <a:lnTo>
                  <a:pt x="0" y="3071481"/>
                </a:lnTo>
                <a:lnTo>
                  <a:pt x="0" y="0"/>
                </a:lnTo>
                <a:close/>
              </a:path>
            </a:pathLst>
          </a:custGeom>
          <a:blipFill>
            <a:blip r:embed="rId5">
              <a:alphaModFix amt="15000"/>
              <a:extLst>
                <a:ext uri="{96DAC541-7B7A-43D3-8B79-37D633B846F1}">
                  <asvg:svgBlip xmlns:asvg="http://schemas.microsoft.com/office/drawing/2016/SVG/main" r:embed="rId6"/>
                </a:ext>
              </a:extLst>
            </a:blip>
            <a:stretch>
              <a:fillRect l="0" t="0" r="0" b="0"/>
            </a:stretch>
          </a:blipFill>
        </p:spPr>
      </p:sp>
    </p:spTree>
  </p:cSld>
  <p:clrMapOvr>
    <a:masterClrMapping/>
  </p:clrMapOvr>
  <p:transition spd="fast">
    <p:push dir="l"/>
  </p:transition>
</p:sld>
</file>

<file path=ppt/slides/slide8.xml><?xml version="1.0" encoding="utf-8"?>
<p:sld xmlns:p="http://schemas.openxmlformats.org/presentationml/2006/main" xmlns:a="http://schemas.openxmlformats.org/drawingml/2006/main" xmlns:r="http://schemas.openxmlformats.org/officeDocument/2006/relationships">
  <p:cSld>
    <p:bg>
      <p:bgPr>
        <a:gradFill rotWithShape="true">
          <a:gsLst>
            <a:gs pos="0">
              <a:srgbClr val="042C62">
                <a:alpha val="100000"/>
              </a:srgbClr>
            </a:gs>
            <a:gs pos="100000">
              <a:srgbClr val="A177AF">
                <a:alpha val="100000"/>
              </a:srgbClr>
            </a:gs>
          </a:gsLst>
          <a:lin ang="5400000"/>
        </a:gra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name="Freeform 2" id="2"/>
          <p:cNvSpPr/>
          <p:nvPr/>
        </p:nvSpPr>
        <p:spPr>
          <a:xfrm flipH="false" flipV="false" rot="0">
            <a:off x="4194846" y="-6276806"/>
            <a:ext cx="9144000" cy="9506433"/>
          </a:xfrm>
          <a:custGeom>
            <a:avLst/>
            <a:gdLst/>
            <a:ahLst/>
            <a:cxnLst/>
            <a:rect r="r" b="b" t="t" l="l"/>
            <a:pathLst>
              <a:path h="9506433" w="9144000">
                <a:moveTo>
                  <a:pt x="0" y="0"/>
                </a:moveTo>
                <a:lnTo>
                  <a:pt x="9144000" y="0"/>
                </a:lnTo>
                <a:lnTo>
                  <a:pt x="9144000" y="9506433"/>
                </a:lnTo>
                <a:lnTo>
                  <a:pt x="0" y="9506433"/>
                </a:lnTo>
                <a:lnTo>
                  <a:pt x="0" y="0"/>
                </a:lnTo>
                <a:close/>
              </a:path>
            </a:pathLst>
          </a:custGeom>
          <a:blipFill>
            <a:blip r:embed="rId2">
              <a:alphaModFix amt="40000"/>
            </a:blip>
            <a:stretch>
              <a:fillRect l="0" t="0" r="0" b="0"/>
            </a:stretch>
          </a:blipFill>
        </p:spPr>
      </p:sp>
      <p:sp>
        <p:nvSpPr>
          <p:cNvPr name="Freeform 3" id="3"/>
          <p:cNvSpPr/>
          <p:nvPr/>
        </p:nvSpPr>
        <p:spPr>
          <a:xfrm flipH="false" flipV="false" rot="0">
            <a:off x="15823328" y="-172751"/>
            <a:ext cx="3388512" cy="3388512"/>
          </a:xfrm>
          <a:custGeom>
            <a:avLst/>
            <a:gdLst/>
            <a:ahLst/>
            <a:cxnLst/>
            <a:rect r="r" b="b" t="t" l="l"/>
            <a:pathLst>
              <a:path h="3388512" w="3388512">
                <a:moveTo>
                  <a:pt x="0" y="0"/>
                </a:moveTo>
                <a:lnTo>
                  <a:pt x="3388512" y="0"/>
                </a:lnTo>
                <a:lnTo>
                  <a:pt x="3388512" y="3388512"/>
                </a:lnTo>
                <a:lnTo>
                  <a:pt x="0" y="3388512"/>
                </a:lnTo>
                <a:lnTo>
                  <a:pt x="0" y="0"/>
                </a:lnTo>
                <a:close/>
              </a:path>
            </a:pathLst>
          </a:custGeom>
          <a:blipFill>
            <a:blip r:embed="rId3">
              <a:extLst>
                <a:ext uri="{96DAC541-7B7A-43D3-8B79-37D633B846F1}">
                  <asvg:svgBlip xmlns:asvg="http://schemas.microsoft.com/office/drawing/2016/SVG/main" r:embed="rId4"/>
                </a:ext>
              </a:extLst>
            </a:blip>
            <a:stretch>
              <a:fillRect l="0" t="0" r="0" b="0"/>
            </a:stretch>
          </a:blipFill>
        </p:spPr>
      </p:sp>
      <p:sp>
        <p:nvSpPr>
          <p:cNvPr name="Freeform 4" id="4"/>
          <p:cNvSpPr/>
          <p:nvPr/>
        </p:nvSpPr>
        <p:spPr>
          <a:xfrm flipH="false" flipV="false" rot="0">
            <a:off x="2294731" y="-3092725"/>
            <a:ext cx="13698538" cy="7003378"/>
          </a:xfrm>
          <a:custGeom>
            <a:avLst/>
            <a:gdLst/>
            <a:ahLst/>
            <a:cxnLst/>
            <a:rect r="r" b="b" t="t" l="l"/>
            <a:pathLst>
              <a:path h="7003378" w="13698538">
                <a:moveTo>
                  <a:pt x="0" y="0"/>
                </a:moveTo>
                <a:lnTo>
                  <a:pt x="13698538" y="0"/>
                </a:lnTo>
                <a:lnTo>
                  <a:pt x="13698538" y="7003378"/>
                </a:lnTo>
                <a:lnTo>
                  <a:pt x="0" y="7003378"/>
                </a:lnTo>
                <a:lnTo>
                  <a:pt x="0" y="0"/>
                </a:lnTo>
                <a:close/>
              </a:path>
            </a:pathLst>
          </a:custGeom>
          <a:blipFill>
            <a:blip r:embed="rId5">
              <a:alphaModFix amt="15000"/>
              <a:extLst>
                <a:ext uri="{96DAC541-7B7A-43D3-8B79-37D633B846F1}">
                  <asvg:svgBlip xmlns:asvg="http://schemas.microsoft.com/office/drawing/2016/SVG/main" r:embed="rId6"/>
                </a:ext>
              </a:extLst>
            </a:blip>
            <a:stretch>
              <a:fillRect l="0" t="0" r="0" b="0"/>
            </a:stretch>
          </a:blipFill>
        </p:spPr>
      </p:sp>
      <p:sp>
        <p:nvSpPr>
          <p:cNvPr name="Freeform 5" id="5"/>
          <p:cNvSpPr/>
          <p:nvPr/>
        </p:nvSpPr>
        <p:spPr>
          <a:xfrm flipH="false" flipV="false" rot="0">
            <a:off x="14210456" y="1441454"/>
            <a:ext cx="474490" cy="423746"/>
          </a:xfrm>
          <a:custGeom>
            <a:avLst/>
            <a:gdLst/>
            <a:ahLst/>
            <a:cxnLst/>
            <a:rect r="r" b="b" t="t" l="l"/>
            <a:pathLst>
              <a:path h="423746" w="474490">
                <a:moveTo>
                  <a:pt x="0" y="0"/>
                </a:moveTo>
                <a:lnTo>
                  <a:pt x="474491" y="0"/>
                </a:lnTo>
                <a:lnTo>
                  <a:pt x="474491" y="423746"/>
                </a:lnTo>
                <a:lnTo>
                  <a:pt x="0" y="423746"/>
                </a:lnTo>
                <a:lnTo>
                  <a:pt x="0" y="0"/>
                </a:lnTo>
                <a:close/>
              </a:path>
            </a:pathLst>
          </a:custGeom>
          <a:blipFill>
            <a:blip r:embed="rId7"/>
            <a:stretch>
              <a:fillRect l="-141339" t="-79679" r="-24689" b="-80971"/>
            </a:stretch>
          </a:blipFill>
        </p:spPr>
      </p:sp>
      <p:sp>
        <p:nvSpPr>
          <p:cNvPr name="Freeform 6" id="6"/>
          <p:cNvSpPr/>
          <p:nvPr/>
        </p:nvSpPr>
        <p:spPr>
          <a:xfrm flipH="true" flipV="true" rot="844515">
            <a:off x="13043650" y="6151459"/>
            <a:ext cx="224505" cy="826881"/>
          </a:xfrm>
          <a:custGeom>
            <a:avLst/>
            <a:gdLst/>
            <a:ahLst/>
            <a:cxnLst/>
            <a:rect r="r" b="b" t="t" l="l"/>
            <a:pathLst>
              <a:path h="826881" w="224505">
                <a:moveTo>
                  <a:pt x="224505" y="826881"/>
                </a:moveTo>
                <a:lnTo>
                  <a:pt x="0" y="826881"/>
                </a:lnTo>
                <a:lnTo>
                  <a:pt x="0" y="0"/>
                </a:lnTo>
                <a:lnTo>
                  <a:pt x="224505" y="0"/>
                </a:lnTo>
                <a:lnTo>
                  <a:pt x="224505" y="826881"/>
                </a:lnTo>
                <a:close/>
              </a:path>
            </a:pathLst>
          </a:custGeom>
          <a:blipFill>
            <a:blip r:embed="rId7"/>
            <a:stretch>
              <a:fillRect l="-677507" t="-192267" r="-452731" b="0"/>
            </a:stretch>
          </a:blipFill>
        </p:spPr>
      </p:sp>
      <p:sp>
        <p:nvSpPr>
          <p:cNvPr name="Freeform 7" id="7"/>
          <p:cNvSpPr/>
          <p:nvPr/>
        </p:nvSpPr>
        <p:spPr>
          <a:xfrm flipH="true" flipV="true" rot="844515">
            <a:off x="8358457" y="661605"/>
            <a:ext cx="224505" cy="826881"/>
          </a:xfrm>
          <a:custGeom>
            <a:avLst/>
            <a:gdLst/>
            <a:ahLst/>
            <a:cxnLst/>
            <a:rect r="r" b="b" t="t" l="l"/>
            <a:pathLst>
              <a:path h="826881" w="224505">
                <a:moveTo>
                  <a:pt x="224505" y="826881"/>
                </a:moveTo>
                <a:lnTo>
                  <a:pt x="0" y="826881"/>
                </a:lnTo>
                <a:lnTo>
                  <a:pt x="0" y="0"/>
                </a:lnTo>
                <a:lnTo>
                  <a:pt x="224505" y="0"/>
                </a:lnTo>
                <a:lnTo>
                  <a:pt x="224505" y="826881"/>
                </a:lnTo>
                <a:close/>
              </a:path>
            </a:pathLst>
          </a:custGeom>
          <a:blipFill>
            <a:blip r:embed="rId7"/>
            <a:stretch>
              <a:fillRect l="-677507" t="-192267" r="-452731" b="0"/>
            </a:stretch>
          </a:blipFill>
        </p:spPr>
      </p:sp>
      <p:sp>
        <p:nvSpPr>
          <p:cNvPr name="Freeform 8" id="8"/>
          <p:cNvSpPr/>
          <p:nvPr/>
        </p:nvSpPr>
        <p:spPr>
          <a:xfrm flipH="true" flipV="false" rot="0">
            <a:off x="2789136" y="1671445"/>
            <a:ext cx="692510" cy="618450"/>
          </a:xfrm>
          <a:custGeom>
            <a:avLst/>
            <a:gdLst/>
            <a:ahLst/>
            <a:cxnLst/>
            <a:rect r="r" b="b" t="t" l="l"/>
            <a:pathLst>
              <a:path h="618450" w="692510">
                <a:moveTo>
                  <a:pt x="692510" y="0"/>
                </a:moveTo>
                <a:lnTo>
                  <a:pt x="0" y="0"/>
                </a:lnTo>
                <a:lnTo>
                  <a:pt x="0" y="618450"/>
                </a:lnTo>
                <a:lnTo>
                  <a:pt x="692510" y="618450"/>
                </a:lnTo>
                <a:lnTo>
                  <a:pt x="692510" y="0"/>
                </a:lnTo>
                <a:close/>
              </a:path>
            </a:pathLst>
          </a:custGeom>
          <a:blipFill>
            <a:blip r:embed="rId7"/>
            <a:stretch>
              <a:fillRect l="-141339" t="-79679" r="-24689" b="-80971"/>
            </a:stretch>
          </a:blipFill>
        </p:spPr>
      </p:sp>
      <p:sp>
        <p:nvSpPr>
          <p:cNvPr name="Freeform 9" id="9"/>
          <p:cNvSpPr/>
          <p:nvPr/>
        </p:nvSpPr>
        <p:spPr>
          <a:xfrm flipH="true" flipV="true" rot="-5988675">
            <a:off x="17350443" y="4052265"/>
            <a:ext cx="722220" cy="793036"/>
          </a:xfrm>
          <a:custGeom>
            <a:avLst/>
            <a:gdLst/>
            <a:ahLst/>
            <a:cxnLst/>
            <a:rect r="r" b="b" t="t" l="l"/>
            <a:pathLst>
              <a:path h="793036" w="722220">
                <a:moveTo>
                  <a:pt x="722220" y="793036"/>
                </a:moveTo>
                <a:lnTo>
                  <a:pt x="0" y="793036"/>
                </a:lnTo>
                <a:lnTo>
                  <a:pt x="0" y="0"/>
                </a:lnTo>
                <a:lnTo>
                  <a:pt x="722220" y="0"/>
                </a:lnTo>
                <a:lnTo>
                  <a:pt x="722220" y="793036"/>
                </a:lnTo>
                <a:close/>
              </a:path>
            </a:pathLst>
          </a:custGeom>
          <a:blipFill>
            <a:blip r:embed="rId7"/>
            <a:stretch>
              <a:fillRect l="-201985" t="-192267" r="-64785" b="0"/>
            </a:stretch>
          </a:blipFill>
        </p:spPr>
      </p:sp>
      <p:sp>
        <p:nvSpPr>
          <p:cNvPr name="Freeform 10" id="10"/>
          <p:cNvSpPr/>
          <p:nvPr/>
        </p:nvSpPr>
        <p:spPr>
          <a:xfrm flipH="false" flipV="false" rot="0">
            <a:off x="-2300142" y="2013364"/>
            <a:ext cx="3880498" cy="3686473"/>
          </a:xfrm>
          <a:custGeom>
            <a:avLst/>
            <a:gdLst/>
            <a:ahLst/>
            <a:cxnLst/>
            <a:rect r="r" b="b" t="t" l="l"/>
            <a:pathLst>
              <a:path h="3686473" w="3880498">
                <a:moveTo>
                  <a:pt x="0" y="0"/>
                </a:moveTo>
                <a:lnTo>
                  <a:pt x="3880498" y="0"/>
                </a:lnTo>
                <a:lnTo>
                  <a:pt x="3880498" y="3686473"/>
                </a:lnTo>
                <a:lnTo>
                  <a:pt x="0" y="3686473"/>
                </a:lnTo>
                <a:lnTo>
                  <a:pt x="0" y="0"/>
                </a:lnTo>
                <a:close/>
              </a:path>
            </a:pathLst>
          </a:custGeom>
          <a:blipFill>
            <a:blip r:embed="rId8"/>
            <a:stretch>
              <a:fillRect l="0" t="0" r="0" b="0"/>
            </a:stretch>
          </a:blipFill>
        </p:spPr>
      </p:sp>
      <p:sp>
        <p:nvSpPr>
          <p:cNvPr name="Freeform 11" id="11"/>
          <p:cNvSpPr/>
          <p:nvPr/>
        </p:nvSpPr>
        <p:spPr>
          <a:xfrm flipH="false" flipV="false" rot="0">
            <a:off x="16223557" y="8116537"/>
            <a:ext cx="3880498" cy="3686473"/>
          </a:xfrm>
          <a:custGeom>
            <a:avLst/>
            <a:gdLst/>
            <a:ahLst/>
            <a:cxnLst/>
            <a:rect r="r" b="b" t="t" l="l"/>
            <a:pathLst>
              <a:path h="3686473" w="3880498">
                <a:moveTo>
                  <a:pt x="0" y="0"/>
                </a:moveTo>
                <a:lnTo>
                  <a:pt x="3880497" y="0"/>
                </a:lnTo>
                <a:lnTo>
                  <a:pt x="3880497" y="3686473"/>
                </a:lnTo>
                <a:lnTo>
                  <a:pt x="0" y="3686473"/>
                </a:lnTo>
                <a:lnTo>
                  <a:pt x="0" y="0"/>
                </a:lnTo>
                <a:close/>
              </a:path>
            </a:pathLst>
          </a:custGeom>
          <a:blipFill>
            <a:blip r:embed="rId8"/>
            <a:stretch>
              <a:fillRect l="0" t="0" r="0" b="0"/>
            </a:stretch>
          </a:blipFill>
        </p:spPr>
      </p:sp>
      <p:sp>
        <p:nvSpPr>
          <p:cNvPr name="Freeform 12" id="12"/>
          <p:cNvSpPr/>
          <p:nvPr/>
        </p:nvSpPr>
        <p:spPr>
          <a:xfrm flipH="false" flipV="false" rot="0">
            <a:off x="300365" y="812756"/>
            <a:ext cx="1456670" cy="1052444"/>
          </a:xfrm>
          <a:custGeom>
            <a:avLst/>
            <a:gdLst/>
            <a:ahLst/>
            <a:cxnLst/>
            <a:rect r="r" b="b" t="t" l="l"/>
            <a:pathLst>
              <a:path h="1052444" w="1456670">
                <a:moveTo>
                  <a:pt x="0" y="0"/>
                </a:moveTo>
                <a:lnTo>
                  <a:pt x="1456670" y="0"/>
                </a:lnTo>
                <a:lnTo>
                  <a:pt x="1456670" y="1052444"/>
                </a:lnTo>
                <a:lnTo>
                  <a:pt x="0" y="1052444"/>
                </a:lnTo>
                <a:lnTo>
                  <a:pt x="0" y="0"/>
                </a:lnTo>
                <a:close/>
              </a:path>
            </a:pathLst>
          </a:custGeom>
          <a:blipFill>
            <a:blip r:embed="rId9"/>
            <a:stretch>
              <a:fillRect l="0" t="0" r="0" b="0"/>
            </a:stretch>
          </a:blipFill>
        </p:spPr>
      </p:sp>
      <p:sp>
        <p:nvSpPr>
          <p:cNvPr name="TextBox 13" id="13"/>
          <p:cNvSpPr txBox="true"/>
          <p:nvPr/>
        </p:nvSpPr>
        <p:spPr>
          <a:xfrm rot="0">
            <a:off x="562928" y="5377248"/>
            <a:ext cx="4746906" cy="2098675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ctr">
              <a:lnSpc>
                <a:spcPts val="5599"/>
              </a:lnSpc>
            </a:pPr>
            <a:r>
              <a:rPr lang="en-US" sz="3999">
                <a:solidFill>
                  <a:srgbClr val="FFFFFF"/>
                </a:solidFill>
                <a:latin typeface="Lazydog"/>
                <a:ea typeface="Lazydog"/>
                <a:cs typeface="Lazydog"/>
                <a:sym typeface="Lazydog"/>
              </a:rPr>
              <a:t>Добавят и управляват своите умения</a:t>
            </a:r>
          </a:p>
        </p:txBody>
      </p:sp>
      <p:sp>
        <p:nvSpPr>
          <p:cNvPr name="TextBox 14" id="14"/>
          <p:cNvSpPr txBox="true"/>
          <p:nvPr/>
        </p:nvSpPr>
        <p:spPr>
          <a:xfrm rot="0">
            <a:off x="6647261" y="5258285"/>
            <a:ext cx="4595458" cy="2098675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ctr">
              <a:lnSpc>
                <a:spcPts val="5599"/>
              </a:lnSpc>
            </a:pPr>
            <a:r>
              <a:rPr lang="en-US" sz="3999">
                <a:solidFill>
                  <a:srgbClr val="FFFFFF"/>
                </a:solidFill>
                <a:latin typeface="Lazydog"/>
                <a:ea typeface="Lazydog"/>
                <a:cs typeface="Lazydog"/>
                <a:sym typeface="Lazydog"/>
              </a:rPr>
              <a:t>Кандидатстват по обяви за работа</a:t>
            </a:r>
          </a:p>
        </p:txBody>
      </p:sp>
      <p:sp>
        <p:nvSpPr>
          <p:cNvPr name="TextBox 15" id="15"/>
          <p:cNvSpPr txBox="true"/>
          <p:nvPr/>
        </p:nvSpPr>
        <p:spPr>
          <a:xfrm rot="0">
            <a:off x="12333626" y="4879607"/>
            <a:ext cx="5791157" cy="2803525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ctr">
              <a:lnSpc>
                <a:spcPts val="5599"/>
              </a:lnSpc>
            </a:pPr>
            <a:r>
              <a:rPr lang="en-US" sz="3999">
                <a:solidFill>
                  <a:srgbClr val="FFFFFF"/>
                </a:solidFill>
                <a:latin typeface="Lazydog"/>
                <a:ea typeface="Lazydog"/>
                <a:cs typeface="Lazydog"/>
                <a:sym typeface="Lazydog"/>
              </a:rPr>
              <a:t> търсене и филтриране на обявите според предпочитанията си</a:t>
            </a:r>
          </a:p>
        </p:txBody>
      </p:sp>
      <p:sp>
        <p:nvSpPr>
          <p:cNvPr name="Freeform 16" id="16"/>
          <p:cNvSpPr/>
          <p:nvPr/>
        </p:nvSpPr>
        <p:spPr>
          <a:xfrm flipH="false" flipV="false" rot="0">
            <a:off x="31607" y="4839166"/>
            <a:ext cx="5809548" cy="2970132"/>
          </a:xfrm>
          <a:custGeom>
            <a:avLst/>
            <a:gdLst/>
            <a:ahLst/>
            <a:cxnLst/>
            <a:rect r="r" b="b" t="t" l="l"/>
            <a:pathLst>
              <a:path h="2970132" w="5809548">
                <a:moveTo>
                  <a:pt x="0" y="0"/>
                </a:moveTo>
                <a:lnTo>
                  <a:pt x="5809548" y="0"/>
                </a:lnTo>
                <a:lnTo>
                  <a:pt x="5809548" y="2970132"/>
                </a:lnTo>
                <a:lnTo>
                  <a:pt x="0" y="2970132"/>
                </a:lnTo>
                <a:lnTo>
                  <a:pt x="0" y="0"/>
                </a:lnTo>
                <a:close/>
              </a:path>
            </a:pathLst>
          </a:custGeom>
          <a:blipFill>
            <a:blip r:embed="rId5">
              <a:alphaModFix amt="15000"/>
              <a:extLst>
                <a:ext uri="{96DAC541-7B7A-43D3-8B79-37D633B846F1}">
                  <asvg:svgBlip xmlns:asvg="http://schemas.microsoft.com/office/drawing/2016/SVG/main" r:embed="rId6"/>
                </a:ext>
              </a:extLst>
            </a:blip>
            <a:stretch>
              <a:fillRect l="0" t="0" r="0" b="0"/>
            </a:stretch>
          </a:blipFill>
        </p:spPr>
      </p:sp>
      <p:sp>
        <p:nvSpPr>
          <p:cNvPr name="Freeform 17" id="17"/>
          <p:cNvSpPr/>
          <p:nvPr/>
        </p:nvSpPr>
        <p:spPr>
          <a:xfrm flipH="false" flipV="false" rot="0">
            <a:off x="12170409" y="4681679"/>
            <a:ext cx="6117591" cy="3127618"/>
          </a:xfrm>
          <a:custGeom>
            <a:avLst/>
            <a:gdLst/>
            <a:ahLst/>
            <a:cxnLst/>
            <a:rect r="r" b="b" t="t" l="l"/>
            <a:pathLst>
              <a:path h="3127618" w="6117591">
                <a:moveTo>
                  <a:pt x="0" y="0"/>
                </a:moveTo>
                <a:lnTo>
                  <a:pt x="6117591" y="0"/>
                </a:lnTo>
                <a:lnTo>
                  <a:pt x="6117591" y="3127619"/>
                </a:lnTo>
                <a:lnTo>
                  <a:pt x="0" y="3127619"/>
                </a:lnTo>
                <a:lnTo>
                  <a:pt x="0" y="0"/>
                </a:lnTo>
                <a:close/>
              </a:path>
            </a:pathLst>
          </a:custGeom>
          <a:blipFill>
            <a:blip r:embed="rId5">
              <a:alphaModFix amt="15000"/>
              <a:extLst>
                <a:ext uri="{96DAC541-7B7A-43D3-8B79-37D633B846F1}">
                  <asvg:svgBlip xmlns:asvg="http://schemas.microsoft.com/office/drawing/2016/SVG/main" r:embed="rId6"/>
                </a:ext>
              </a:extLst>
            </a:blip>
            <a:stretch>
              <a:fillRect l="0" t="0" r="0" b="0"/>
            </a:stretch>
          </a:blipFill>
        </p:spPr>
      </p:sp>
      <p:sp>
        <p:nvSpPr>
          <p:cNvPr name="Freeform 18" id="18"/>
          <p:cNvSpPr/>
          <p:nvPr/>
        </p:nvSpPr>
        <p:spPr>
          <a:xfrm flipH="false" flipV="false" rot="0">
            <a:off x="6040216" y="4760423"/>
            <a:ext cx="5809548" cy="2970132"/>
          </a:xfrm>
          <a:custGeom>
            <a:avLst/>
            <a:gdLst/>
            <a:ahLst/>
            <a:cxnLst/>
            <a:rect r="r" b="b" t="t" l="l"/>
            <a:pathLst>
              <a:path h="2970132" w="5809548">
                <a:moveTo>
                  <a:pt x="0" y="0"/>
                </a:moveTo>
                <a:lnTo>
                  <a:pt x="5809548" y="0"/>
                </a:lnTo>
                <a:lnTo>
                  <a:pt x="5809548" y="2970131"/>
                </a:lnTo>
                <a:lnTo>
                  <a:pt x="0" y="2970131"/>
                </a:lnTo>
                <a:lnTo>
                  <a:pt x="0" y="0"/>
                </a:lnTo>
                <a:close/>
              </a:path>
            </a:pathLst>
          </a:custGeom>
          <a:blipFill>
            <a:blip r:embed="rId5">
              <a:alphaModFix amt="15000"/>
              <a:extLst>
                <a:ext uri="{96DAC541-7B7A-43D3-8B79-37D633B846F1}">
                  <asvg:svgBlip xmlns:asvg="http://schemas.microsoft.com/office/drawing/2016/SVG/main" r:embed="rId6"/>
                </a:ext>
              </a:extLst>
            </a:blip>
            <a:stretch>
              <a:fillRect l="0" t="0" r="0" b="0"/>
            </a:stretch>
          </a:blipFill>
        </p:spPr>
      </p:sp>
      <p:sp>
        <p:nvSpPr>
          <p:cNvPr name="TextBox 19" id="19"/>
          <p:cNvSpPr txBox="true"/>
          <p:nvPr/>
        </p:nvSpPr>
        <p:spPr>
          <a:xfrm rot="0">
            <a:off x="0" y="69850"/>
            <a:ext cx="18288000" cy="1717676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ctr">
              <a:lnSpc>
                <a:spcPts val="13999"/>
              </a:lnSpc>
            </a:pPr>
            <a:r>
              <a:rPr lang="en-US" sz="9999">
                <a:solidFill>
                  <a:srgbClr val="FFFFFF"/>
                </a:solidFill>
                <a:latin typeface="Lazydog"/>
                <a:ea typeface="Lazydog"/>
                <a:cs typeface="Lazydog"/>
                <a:sym typeface="Lazydog"/>
              </a:rPr>
              <a:t>Alien</a:t>
            </a:r>
          </a:p>
        </p:txBody>
      </p:sp>
      <p:sp>
        <p:nvSpPr>
          <p:cNvPr name="TextBox 20" id="20"/>
          <p:cNvSpPr txBox="true"/>
          <p:nvPr/>
        </p:nvSpPr>
        <p:spPr>
          <a:xfrm rot="0">
            <a:off x="3133407" y="1675871"/>
            <a:ext cx="12021187" cy="533399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ctr">
              <a:lnSpc>
                <a:spcPts val="4200"/>
              </a:lnSpc>
            </a:pPr>
            <a:r>
              <a:rPr lang="en-US" sz="3000">
                <a:solidFill>
                  <a:srgbClr val="FFFFFF"/>
                </a:solidFill>
                <a:latin typeface="Lazydog"/>
                <a:ea typeface="Lazydog"/>
                <a:cs typeface="Lazydog"/>
                <a:sym typeface="Lazydog"/>
              </a:rPr>
              <a:t>роля: потребител</a:t>
            </a:r>
          </a:p>
        </p:txBody>
      </p:sp>
    </p:spTree>
  </p:cSld>
  <p:clrMapOvr>
    <a:masterClrMapping/>
  </p:clrMapOvr>
  <p:transition spd="fast">
    <p:push dir="l"/>
  </p:transition>
</p:sld>
</file>

<file path=ppt/slides/slide9.xml><?xml version="1.0" encoding="utf-8"?>
<p:sld xmlns:p="http://schemas.openxmlformats.org/presentationml/2006/main" xmlns:a="http://schemas.openxmlformats.org/drawingml/2006/main" xmlns:r="http://schemas.openxmlformats.org/officeDocument/2006/relationships">
  <p:cSld>
    <p:bg>
      <p:bgPr>
        <a:gradFill rotWithShape="true">
          <a:gsLst>
            <a:gs pos="0">
              <a:srgbClr val="042C62">
                <a:alpha val="100000"/>
              </a:srgbClr>
            </a:gs>
            <a:gs pos="100000">
              <a:srgbClr val="A177AF">
                <a:alpha val="100000"/>
              </a:srgbClr>
            </a:gs>
          </a:gsLst>
          <a:lin ang="5400000"/>
        </a:gra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name="Freeform 2" id="2"/>
          <p:cNvSpPr/>
          <p:nvPr/>
        </p:nvSpPr>
        <p:spPr>
          <a:xfrm flipH="false" flipV="false" rot="0">
            <a:off x="0" y="0"/>
            <a:ext cx="9144000" cy="9506433"/>
          </a:xfrm>
          <a:custGeom>
            <a:avLst/>
            <a:gdLst/>
            <a:ahLst/>
            <a:cxnLst/>
            <a:rect r="r" b="b" t="t" l="l"/>
            <a:pathLst>
              <a:path h="9506433" w="9144000">
                <a:moveTo>
                  <a:pt x="0" y="0"/>
                </a:moveTo>
                <a:lnTo>
                  <a:pt x="9144000" y="0"/>
                </a:lnTo>
                <a:lnTo>
                  <a:pt x="9144000" y="9506433"/>
                </a:lnTo>
                <a:lnTo>
                  <a:pt x="0" y="9506433"/>
                </a:lnTo>
                <a:lnTo>
                  <a:pt x="0" y="0"/>
                </a:lnTo>
                <a:close/>
              </a:path>
            </a:pathLst>
          </a:custGeom>
          <a:blipFill>
            <a:blip r:embed="rId2">
              <a:alphaModFix amt="40000"/>
            </a:blip>
            <a:stretch>
              <a:fillRect l="0" t="0" r="0" b="0"/>
            </a:stretch>
          </a:blipFill>
        </p:spPr>
      </p:sp>
      <p:sp>
        <p:nvSpPr>
          <p:cNvPr name="Freeform 3" id="3"/>
          <p:cNvSpPr/>
          <p:nvPr/>
        </p:nvSpPr>
        <p:spPr>
          <a:xfrm flipH="true" flipV="false" rot="0">
            <a:off x="9144000" y="0"/>
            <a:ext cx="9144000" cy="9506433"/>
          </a:xfrm>
          <a:custGeom>
            <a:avLst/>
            <a:gdLst/>
            <a:ahLst/>
            <a:cxnLst/>
            <a:rect r="r" b="b" t="t" l="l"/>
            <a:pathLst>
              <a:path h="9506433" w="9144000">
                <a:moveTo>
                  <a:pt x="9144000" y="0"/>
                </a:moveTo>
                <a:lnTo>
                  <a:pt x="0" y="0"/>
                </a:lnTo>
                <a:lnTo>
                  <a:pt x="0" y="9506433"/>
                </a:lnTo>
                <a:lnTo>
                  <a:pt x="9144000" y="9506433"/>
                </a:lnTo>
                <a:lnTo>
                  <a:pt x="9144000" y="0"/>
                </a:lnTo>
                <a:close/>
              </a:path>
            </a:pathLst>
          </a:custGeom>
          <a:blipFill>
            <a:blip r:embed="rId2">
              <a:alphaModFix amt="40000"/>
            </a:blip>
            <a:stretch>
              <a:fillRect l="0" t="0" r="0" b="0"/>
            </a:stretch>
          </a:blipFill>
        </p:spPr>
      </p:sp>
      <p:sp>
        <p:nvSpPr>
          <p:cNvPr name="Freeform 4" id="4"/>
          <p:cNvSpPr/>
          <p:nvPr/>
        </p:nvSpPr>
        <p:spPr>
          <a:xfrm flipH="true" flipV="false" rot="0">
            <a:off x="16132307" y="-371086"/>
            <a:ext cx="1766837" cy="1883257"/>
          </a:xfrm>
          <a:custGeom>
            <a:avLst/>
            <a:gdLst/>
            <a:ahLst/>
            <a:cxnLst/>
            <a:rect r="r" b="b" t="t" l="l"/>
            <a:pathLst>
              <a:path h="1883257" w="1766837">
                <a:moveTo>
                  <a:pt x="1766838" y="0"/>
                </a:moveTo>
                <a:lnTo>
                  <a:pt x="0" y="0"/>
                </a:lnTo>
                <a:lnTo>
                  <a:pt x="0" y="1883257"/>
                </a:lnTo>
                <a:lnTo>
                  <a:pt x="1766838" y="1883257"/>
                </a:lnTo>
                <a:lnTo>
                  <a:pt x="1766838" y="0"/>
                </a:lnTo>
                <a:close/>
              </a:path>
            </a:pathLst>
          </a:custGeom>
          <a:blipFill>
            <a:blip r:embed="rId3">
              <a:extLst>
                <a:ext uri="{96DAC541-7B7A-43D3-8B79-37D633B846F1}">
                  <asvg:svgBlip xmlns:asvg="http://schemas.microsoft.com/office/drawing/2016/SVG/main" r:embed="rId4"/>
                </a:ext>
              </a:extLst>
            </a:blip>
            <a:stretch>
              <a:fillRect l="0" t="0" r="0" b="0"/>
            </a:stretch>
          </a:blipFill>
        </p:spPr>
      </p:sp>
      <p:sp>
        <p:nvSpPr>
          <p:cNvPr name="Freeform 5" id="5"/>
          <p:cNvSpPr/>
          <p:nvPr/>
        </p:nvSpPr>
        <p:spPr>
          <a:xfrm flipH="false" flipV="false" rot="75483">
            <a:off x="15667600" y="8060946"/>
            <a:ext cx="4014396" cy="2649502"/>
          </a:xfrm>
          <a:custGeom>
            <a:avLst/>
            <a:gdLst/>
            <a:ahLst/>
            <a:cxnLst/>
            <a:rect r="r" b="b" t="t" l="l"/>
            <a:pathLst>
              <a:path h="2649502" w="4014396">
                <a:moveTo>
                  <a:pt x="0" y="0"/>
                </a:moveTo>
                <a:lnTo>
                  <a:pt x="4014396" y="0"/>
                </a:lnTo>
                <a:lnTo>
                  <a:pt x="4014396" y="2649501"/>
                </a:lnTo>
                <a:lnTo>
                  <a:pt x="0" y="2649501"/>
                </a:lnTo>
                <a:lnTo>
                  <a:pt x="0" y="0"/>
                </a:lnTo>
                <a:close/>
              </a:path>
            </a:pathLst>
          </a:custGeom>
          <a:blipFill>
            <a:blip r:embed="rId5">
              <a:extLst>
                <a:ext uri="{96DAC541-7B7A-43D3-8B79-37D633B846F1}">
                  <asvg:svgBlip xmlns:asvg="http://schemas.microsoft.com/office/drawing/2016/SVG/main" r:embed="rId6"/>
                </a:ext>
              </a:extLst>
            </a:blip>
            <a:stretch>
              <a:fillRect l="0" t="0" r="0" b="0"/>
            </a:stretch>
          </a:blipFill>
        </p:spPr>
      </p:sp>
      <p:grpSp>
        <p:nvGrpSpPr>
          <p:cNvPr name="Group 6" id="6"/>
          <p:cNvGrpSpPr/>
          <p:nvPr/>
        </p:nvGrpSpPr>
        <p:grpSpPr>
          <a:xfrm rot="0">
            <a:off x="2990629" y="4027890"/>
            <a:ext cx="12495969" cy="1272624"/>
            <a:chOff x="0" y="0"/>
            <a:chExt cx="2557742" cy="260488"/>
          </a:xfrm>
        </p:grpSpPr>
        <p:sp>
          <p:nvSpPr>
            <p:cNvPr name="Freeform 7" id="7"/>
            <p:cNvSpPr/>
            <p:nvPr/>
          </p:nvSpPr>
          <p:spPr>
            <a:xfrm flipH="false" flipV="false" rot="0">
              <a:off x="0" y="0"/>
              <a:ext cx="2557743" cy="260488"/>
            </a:xfrm>
            <a:custGeom>
              <a:avLst/>
              <a:gdLst/>
              <a:ahLst/>
              <a:cxnLst/>
              <a:rect r="r" b="b" t="t" l="l"/>
              <a:pathLst>
                <a:path h="260488" w="2557743">
                  <a:moveTo>
                    <a:pt x="61955" y="0"/>
                  </a:moveTo>
                  <a:lnTo>
                    <a:pt x="2495787" y="0"/>
                  </a:lnTo>
                  <a:cubicBezTo>
                    <a:pt x="2512219" y="0"/>
                    <a:pt x="2527977" y="6527"/>
                    <a:pt x="2539596" y="18146"/>
                  </a:cubicBezTo>
                  <a:cubicBezTo>
                    <a:pt x="2551215" y="29765"/>
                    <a:pt x="2557743" y="45524"/>
                    <a:pt x="2557743" y="61955"/>
                  </a:cubicBezTo>
                  <a:lnTo>
                    <a:pt x="2557743" y="198532"/>
                  </a:lnTo>
                  <a:cubicBezTo>
                    <a:pt x="2557743" y="214964"/>
                    <a:pt x="2551215" y="230722"/>
                    <a:pt x="2539596" y="242341"/>
                  </a:cubicBezTo>
                  <a:cubicBezTo>
                    <a:pt x="2527977" y="253960"/>
                    <a:pt x="2512219" y="260488"/>
                    <a:pt x="2495787" y="260488"/>
                  </a:cubicBezTo>
                  <a:lnTo>
                    <a:pt x="61955" y="260488"/>
                  </a:lnTo>
                  <a:cubicBezTo>
                    <a:pt x="45524" y="260488"/>
                    <a:pt x="29765" y="253960"/>
                    <a:pt x="18146" y="242341"/>
                  </a:cubicBezTo>
                  <a:cubicBezTo>
                    <a:pt x="6527" y="230722"/>
                    <a:pt x="0" y="214964"/>
                    <a:pt x="0" y="198532"/>
                  </a:cubicBezTo>
                  <a:lnTo>
                    <a:pt x="0" y="61955"/>
                  </a:lnTo>
                  <a:cubicBezTo>
                    <a:pt x="0" y="45524"/>
                    <a:pt x="6527" y="29765"/>
                    <a:pt x="18146" y="18146"/>
                  </a:cubicBezTo>
                  <a:cubicBezTo>
                    <a:pt x="29765" y="6527"/>
                    <a:pt x="45524" y="0"/>
                    <a:pt x="61955" y="0"/>
                  </a:cubicBezTo>
                  <a:close/>
                </a:path>
              </a:pathLst>
            </a:custGeom>
            <a:solidFill>
              <a:srgbClr val="F8F8F8"/>
            </a:solidFill>
          </p:spPr>
        </p:sp>
        <p:sp>
          <p:nvSpPr>
            <p:cNvPr name="TextBox 8" id="8"/>
            <p:cNvSpPr txBox="true"/>
            <p:nvPr/>
          </p:nvSpPr>
          <p:spPr>
            <a:xfrm>
              <a:off x="0" y="-47625"/>
              <a:ext cx="2557742" cy="308113"/>
            </a:xfrm>
            <a:prstGeom prst="rect">
              <a:avLst/>
            </a:prstGeom>
          </p:spPr>
          <p:txBody>
            <a:bodyPr anchor="ctr" rtlCol="false" tIns="47086" lIns="47086" bIns="47086" rIns="47086"/>
            <a:lstStyle/>
            <a:p>
              <a:pPr algn="just">
                <a:lnSpc>
                  <a:spcPts val="2659"/>
                </a:lnSpc>
              </a:pPr>
            </a:p>
          </p:txBody>
        </p:sp>
      </p:grpSp>
      <p:grpSp>
        <p:nvGrpSpPr>
          <p:cNvPr name="Group 9" id="9"/>
          <p:cNvGrpSpPr/>
          <p:nvPr/>
        </p:nvGrpSpPr>
        <p:grpSpPr>
          <a:xfrm rot="0">
            <a:off x="2990629" y="6002789"/>
            <a:ext cx="12495969" cy="1272624"/>
            <a:chOff x="0" y="0"/>
            <a:chExt cx="2557742" cy="260488"/>
          </a:xfrm>
        </p:grpSpPr>
        <p:sp>
          <p:nvSpPr>
            <p:cNvPr name="Freeform 10" id="10"/>
            <p:cNvSpPr/>
            <p:nvPr/>
          </p:nvSpPr>
          <p:spPr>
            <a:xfrm flipH="false" flipV="false" rot="0">
              <a:off x="0" y="0"/>
              <a:ext cx="2557743" cy="260488"/>
            </a:xfrm>
            <a:custGeom>
              <a:avLst/>
              <a:gdLst/>
              <a:ahLst/>
              <a:cxnLst/>
              <a:rect r="r" b="b" t="t" l="l"/>
              <a:pathLst>
                <a:path h="260488" w="2557743">
                  <a:moveTo>
                    <a:pt x="61955" y="0"/>
                  </a:moveTo>
                  <a:lnTo>
                    <a:pt x="2495787" y="0"/>
                  </a:lnTo>
                  <a:cubicBezTo>
                    <a:pt x="2512219" y="0"/>
                    <a:pt x="2527977" y="6527"/>
                    <a:pt x="2539596" y="18146"/>
                  </a:cubicBezTo>
                  <a:cubicBezTo>
                    <a:pt x="2551215" y="29765"/>
                    <a:pt x="2557743" y="45524"/>
                    <a:pt x="2557743" y="61955"/>
                  </a:cubicBezTo>
                  <a:lnTo>
                    <a:pt x="2557743" y="198532"/>
                  </a:lnTo>
                  <a:cubicBezTo>
                    <a:pt x="2557743" y="214964"/>
                    <a:pt x="2551215" y="230722"/>
                    <a:pt x="2539596" y="242341"/>
                  </a:cubicBezTo>
                  <a:cubicBezTo>
                    <a:pt x="2527977" y="253960"/>
                    <a:pt x="2512219" y="260488"/>
                    <a:pt x="2495787" y="260488"/>
                  </a:cubicBezTo>
                  <a:lnTo>
                    <a:pt x="61955" y="260488"/>
                  </a:lnTo>
                  <a:cubicBezTo>
                    <a:pt x="45524" y="260488"/>
                    <a:pt x="29765" y="253960"/>
                    <a:pt x="18146" y="242341"/>
                  </a:cubicBezTo>
                  <a:cubicBezTo>
                    <a:pt x="6527" y="230722"/>
                    <a:pt x="0" y="214964"/>
                    <a:pt x="0" y="198532"/>
                  </a:cubicBezTo>
                  <a:lnTo>
                    <a:pt x="0" y="61955"/>
                  </a:lnTo>
                  <a:cubicBezTo>
                    <a:pt x="0" y="45524"/>
                    <a:pt x="6527" y="29765"/>
                    <a:pt x="18146" y="18146"/>
                  </a:cubicBezTo>
                  <a:cubicBezTo>
                    <a:pt x="29765" y="6527"/>
                    <a:pt x="45524" y="0"/>
                    <a:pt x="61955" y="0"/>
                  </a:cubicBezTo>
                  <a:close/>
                </a:path>
              </a:pathLst>
            </a:custGeom>
            <a:solidFill>
              <a:srgbClr val="F8F8F8"/>
            </a:solidFill>
          </p:spPr>
        </p:sp>
        <p:sp>
          <p:nvSpPr>
            <p:cNvPr name="TextBox 11" id="11"/>
            <p:cNvSpPr txBox="true"/>
            <p:nvPr/>
          </p:nvSpPr>
          <p:spPr>
            <a:xfrm>
              <a:off x="0" y="-47625"/>
              <a:ext cx="2557742" cy="308113"/>
            </a:xfrm>
            <a:prstGeom prst="rect">
              <a:avLst/>
            </a:prstGeom>
          </p:spPr>
          <p:txBody>
            <a:bodyPr anchor="ctr" rtlCol="false" tIns="47086" lIns="47086" bIns="47086" rIns="47086"/>
            <a:lstStyle/>
            <a:p>
              <a:pPr algn="just">
                <a:lnSpc>
                  <a:spcPts val="2659"/>
                </a:lnSpc>
              </a:pPr>
            </a:p>
          </p:txBody>
        </p:sp>
      </p:grpSp>
      <p:grpSp>
        <p:nvGrpSpPr>
          <p:cNvPr name="Group 12" id="12"/>
          <p:cNvGrpSpPr/>
          <p:nvPr/>
        </p:nvGrpSpPr>
        <p:grpSpPr>
          <a:xfrm rot="0">
            <a:off x="2990629" y="8056463"/>
            <a:ext cx="12495969" cy="1272624"/>
            <a:chOff x="0" y="0"/>
            <a:chExt cx="2557742" cy="260488"/>
          </a:xfrm>
        </p:grpSpPr>
        <p:sp>
          <p:nvSpPr>
            <p:cNvPr name="Freeform 13" id="13"/>
            <p:cNvSpPr/>
            <p:nvPr/>
          </p:nvSpPr>
          <p:spPr>
            <a:xfrm flipH="false" flipV="false" rot="0">
              <a:off x="0" y="0"/>
              <a:ext cx="2557743" cy="260488"/>
            </a:xfrm>
            <a:custGeom>
              <a:avLst/>
              <a:gdLst/>
              <a:ahLst/>
              <a:cxnLst/>
              <a:rect r="r" b="b" t="t" l="l"/>
              <a:pathLst>
                <a:path h="260488" w="2557743">
                  <a:moveTo>
                    <a:pt x="61955" y="0"/>
                  </a:moveTo>
                  <a:lnTo>
                    <a:pt x="2495787" y="0"/>
                  </a:lnTo>
                  <a:cubicBezTo>
                    <a:pt x="2512219" y="0"/>
                    <a:pt x="2527977" y="6527"/>
                    <a:pt x="2539596" y="18146"/>
                  </a:cubicBezTo>
                  <a:cubicBezTo>
                    <a:pt x="2551215" y="29765"/>
                    <a:pt x="2557743" y="45524"/>
                    <a:pt x="2557743" y="61955"/>
                  </a:cubicBezTo>
                  <a:lnTo>
                    <a:pt x="2557743" y="198532"/>
                  </a:lnTo>
                  <a:cubicBezTo>
                    <a:pt x="2557743" y="214964"/>
                    <a:pt x="2551215" y="230722"/>
                    <a:pt x="2539596" y="242341"/>
                  </a:cubicBezTo>
                  <a:cubicBezTo>
                    <a:pt x="2527977" y="253960"/>
                    <a:pt x="2512219" y="260488"/>
                    <a:pt x="2495787" y="260488"/>
                  </a:cubicBezTo>
                  <a:lnTo>
                    <a:pt x="61955" y="260488"/>
                  </a:lnTo>
                  <a:cubicBezTo>
                    <a:pt x="45524" y="260488"/>
                    <a:pt x="29765" y="253960"/>
                    <a:pt x="18146" y="242341"/>
                  </a:cubicBezTo>
                  <a:cubicBezTo>
                    <a:pt x="6527" y="230722"/>
                    <a:pt x="0" y="214964"/>
                    <a:pt x="0" y="198532"/>
                  </a:cubicBezTo>
                  <a:lnTo>
                    <a:pt x="0" y="61955"/>
                  </a:lnTo>
                  <a:cubicBezTo>
                    <a:pt x="0" y="45524"/>
                    <a:pt x="6527" y="29765"/>
                    <a:pt x="18146" y="18146"/>
                  </a:cubicBezTo>
                  <a:cubicBezTo>
                    <a:pt x="29765" y="6527"/>
                    <a:pt x="45524" y="0"/>
                    <a:pt x="61955" y="0"/>
                  </a:cubicBezTo>
                  <a:close/>
                </a:path>
              </a:pathLst>
            </a:custGeom>
            <a:solidFill>
              <a:srgbClr val="F8F8F8"/>
            </a:solidFill>
          </p:spPr>
        </p:sp>
        <p:sp>
          <p:nvSpPr>
            <p:cNvPr name="TextBox 14" id="14"/>
            <p:cNvSpPr txBox="true"/>
            <p:nvPr/>
          </p:nvSpPr>
          <p:spPr>
            <a:xfrm>
              <a:off x="0" y="-47625"/>
              <a:ext cx="2557742" cy="308113"/>
            </a:xfrm>
            <a:prstGeom prst="rect">
              <a:avLst/>
            </a:prstGeom>
          </p:spPr>
          <p:txBody>
            <a:bodyPr anchor="ctr" rtlCol="false" tIns="47086" lIns="47086" bIns="47086" rIns="47086"/>
            <a:lstStyle/>
            <a:p>
              <a:pPr algn="just">
                <a:lnSpc>
                  <a:spcPts val="2659"/>
                </a:lnSpc>
              </a:pPr>
            </a:p>
          </p:txBody>
        </p:sp>
      </p:grpSp>
      <p:sp>
        <p:nvSpPr>
          <p:cNvPr name="AutoShape 15" id="15"/>
          <p:cNvSpPr/>
          <p:nvPr/>
        </p:nvSpPr>
        <p:spPr>
          <a:xfrm>
            <a:off x="-24216" y="4585427"/>
            <a:ext cx="2754945" cy="0"/>
          </a:xfrm>
          <a:prstGeom prst="line">
            <a:avLst/>
          </a:prstGeom>
          <a:ln cap="flat" w="28575">
            <a:solidFill>
              <a:srgbClr val="FFFFFE"/>
            </a:solidFill>
            <a:prstDash val="solid"/>
            <a:headEnd type="none" len="sm" w="sm"/>
            <a:tailEnd type="none" len="sm" w="sm"/>
          </a:ln>
        </p:spPr>
      </p:sp>
      <p:sp>
        <p:nvSpPr>
          <p:cNvPr name="AutoShape 16" id="16"/>
          <p:cNvSpPr/>
          <p:nvPr/>
        </p:nvSpPr>
        <p:spPr>
          <a:xfrm>
            <a:off x="-24216" y="6639101"/>
            <a:ext cx="2754945" cy="0"/>
          </a:xfrm>
          <a:prstGeom prst="line">
            <a:avLst/>
          </a:prstGeom>
          <a:ln cap="flat" w="28575">
            <a:solidFill>
              <a:srgbClr val="FFFFFE"/>
            </a:solidFill>
            <a:prstDash val="solid"/>
            <a:headEnd type="none" len="sm" w="sm"/>
            <a:tailEnd type="none" len="sm" w="sm"/>
          </a:ln>
        </p:spPr>
      </p:sp>
      <p:sp>
        <p:nvSpPr>
          <p:cNvPr name="AutoShape 17" id="17"/>
          <p:cNvSpPr/>
          <p:nvPr/>
        </p:nvSpPr>
        <p:spPr>
          <a:xfrm>
            <a:off x="-24216" y="8692775"/>
            <a:ext cx="2754945" cy="0"/>
          </a:xfrm>
          <a:prstGeom prst="line">
            <a:avLst/>
          </a:prstGeom>
          <a:ln cap="flat" w="28575">
            <a:solidFill>
              <a:srgbClr val="FFFFFE"/>
            </a:solidFill>
            <a:prstDash val="solid"/>
            <a:headEnd type="none" len="sm" w="sm"/>
            <a:tailEnd type="none" len="sm" w="sm"/>
          </a:ln>
        </p:spPr>
      </p:sp>
      <p:grpSp>
        <p:nvGrpSpPr>
          <p:cNvPr name="Group 18" id="18"/>
          <p:cNvGrpSpPr/>
          <p:nvPr/>
        </p:nvGrpSpPr>
        <p:grpSpPr>
          <a:xfrm rot="0">
            <a:off x="2621558" y="4476256"/>
            <a:ext cx="218342" cy="218342"/>
            <a:chOff x="0" y="0"/>
            <a:chExt cx="812800" cy="812800"/>
          </a:xfrm>
        </p:grpSpPr>
        <p:sp>
          <p:nvSpPr>
            <p:cNvPr name="Freeform 19" id="19"/>
            <p:cNvSpPr/>
            <p:nvPr/>
          </p:nvSpPr>
          <p:spPr>
            <a:xfrm flipH="false" flipV="false" rot="0">
              <a:off x="0" y="0"/>
              <a:ext cx="812800" cy="812800"/>
            </a:xfrm>
            <a:custGeom>
              <a:avLst/>
              <a:gdLst/>
              <a:ahLst/>
              <a:cxnLst/>
              <a:rect r="r" b="b" t="t" l="l"/>
              <a:pathLst>
                <a:path h="812800" w="81280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FFFFFE"/>
            </a:solidFill>
          </p:spPr>
        </p:sp>
        <p:sp>
          <p:nvSpPr>
            <p:cNvPr name="TextBox 20" id="20"/>
            <p:cNvSpPr txBox="true"/>
            <p:nvPr/>
          </p:nvSpPr>
          <p:spPr>
            <a:xfrm>
              <a:off x="76200" y="28575"/>
              <a:ext cx="660400" cy="708025"/>
            </a:xfrm>
            <a:prstGeom prst="rect">
              <a:avLst/>
            </a:prstGeom>
          </p:spPr>
          <p:txBody>
            <a:bodyPr anchor="ctr" rtlCol="false" tIns="47086" lIns="47086" bIns="47086" rIns="47086"/>
            <a:lstStyle/>
            <a:p>
              <a:pPr algn="ctr">
                <a:lnSpc>
                  <a:spcPts val="2659"/>
                </a:lnSpc>
                <a:spcBef>
                  <a:spcPct val="0"/>
                </a:spcBef>
              </a:pPr>
            </a:p>
          </p:txBody>
        </p:sp>
      </p:grpSp>
      <p:grpSp>
        <p:nvGrpSpPr>
          <p:cNvPr name="Group 21" id="21"/>
          <p:cNvGrpSpPr/>
          <p:nvPr/>
        </p:nvGrpSpPr>
        <p:grpSpPr>
          <a:xfrm rot="0">
            <a:off x="2621558" y="6529930"/>
            <a:ext cx="218342" cy="218342"/>
            <a:chOff x="0" y="0"/>
            <a:chExt cx="812800" cy="812800"/>
          </a:xfrm>
        </p:grpSpPr>
        <p:sp>
          <p:nvSpPr>
            <p:cNvPr name="Freeform 22" id="22"/>
            <p:cNvSpPr/>
            <p:nvPr/>
          </p:nvSpPr>
          <p:spPr>
            <a:xfrm flipH="false" flipV="false" rot="0">
              <a:off x="0" y="0"/>
              <a:ext cx="812800" cy="812800"/>
            </a:xfrm>
            <a:custGeom>
              <a:avLst/>
              <a:gdLst/>
              <a:ahLst/>
              <a:cxnLst/>
              <a:rect r="r" b="b" t="t" l="l"/>
              <a:pathLst>
                <a:path h="812800" w="81280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FFFFFE"/>
            </a:solidFill>
          </p:spPr>
        </p:sp>
        <p:sp>
          <p:nvSpPr>
            <p:cNvPr name="TextBox 23" id="23"/>
            <p:cNvSpPr txBox="true"/>
            <p:nvPr/>
          </p:nvSpPr>
          <p:spPr>
            <a:xfrm>
              <a:off x="76200" y="28575"/>
              <a:ext cx="660400" cy="708025"/>
            </a:xfrm>
            <a:prstGeom prst="rect">
              <a:avLst/>
            </a:prstGeom>
          </p:spPr>
          <p:txBody>
            <a:bodyPr anchor="ctr" rtlCol="false" tIns="47086" lIns="47086" bIns="47086" rIns="47086"/>
            <a:lstStyle/>
            <a:p>
              <a:pPr algn="ctr">
                <a:lnSpc>
                  <a:spcPts val="2659"/>
                </a:lnSpc>
                <a:spcBef>
                  <a:spcPct val="0"/>
                </a:spcBef>
              </a:pPr>
            </a:p>
          </p:txBody>
        </p:sp>
      </p:grpSp>
      <p:grpSp>
        <p:nvGrpSpPr>
          <p:cNvPr name="Group 24" id="24"/>
          <p:cNvGrpSpPr/>
          <p:nvPr/>
        </p:nvGrpSpPr>
        <p:grpSpPr>
          <a:xfrm rot="0">
            <a:off x="2621558" y="8583604"/>
            <a:ext cx="218342" cy="218342"/>
            <a:chOff x="0" y="0"/>
            <a:chExt cx="812800" cy="812800"/>
          </a:xfrm>
        </p:grpSpPr>
        <p:sp>
          <p:nvSpPr>
            <p:cNvPr name="Freeform 25" id="25"/>
            <p:cNvSpPr/>
            <p:nvPr/>
          </p:nvSpPr>
          <p:spPr>
            <a:xfrm flipH="false" flipV="false" rot="0">
              <a:off x="0" y="0"/>
              <a:ext cx="812800" cy="812800"/>
            </a:xfrm>
            <a:custGeom>
              <a:avLst/>
              <a:gdLst/>
              <a:ahLst/>
              <a:cxnLst/>
              <a:rect r="r" b="b" t="t" l="l"/>
              <a:pathLst>
                <a:path h="812800" w="81280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FFFFFE"/>
            </a:solidFill>
          </p:spPr>
        </p:sp>
        <p:sp>
          <p:nvSpPr>
            <p:cNvPr name="TextBox 26" id="26"/>
            <p:cNvSpPr txBox="true"/>
            <p:nvPr/>
          </p:nvSpPr>
          <p:spPr>
            <a:xfrm>
              <a:off x="76200" y="28575"/>
              <a:ext cx="660400" cy="708025"/>
            </a:xfrm>
            <a:prstGeom prst="rect">
              <a:avLst/>
            </a:prstGeom>
          </p:spPr>
          <p:txBody>
            <a:bodyPr anchor="ctr" rtlCol="false" tIns="47086" lIns="47086" bIns="47086" rIns="47086"/>
            <a:lstStyle/>
            <a:p>
              <a:pPr algn="ctr">
                <a:lnSpc>
                  <a:spcPts val="2659"/>
                </a:lnSpc>
                <a:spcBef>
                  <a:spcPct val="0"/>
                </a:spcBef>
              </a:pPr>
            </a:p>
          </p:txBody>
        </p:sp>
      </p:grpSp>
      <p:sp>
        <p:nvSpPr>
          <p:cNvPr name="AutoShape 27" id="27"/>
          <p:cNvSpPr/>
          <p:nvPr/>
        </p:nvSpPr>
        <p:spPr>
          <a:xfrm>
            <a:off x="1353256" y="2647148"/>
            <a:ext cx="0" cy="8507843"/>
          </a:xfrm>
          <a:prstGeom prst="line">
            <a:avLst/>
          </a:prstGeom>
          <a:ln cap="flat" w="28575">
            <a:solidFill>
              <a:srgbClr val="FFFFFE"/>
            </a:solidFill>
            <a:prstDash val="solid"/>
            <a:headEnd type="none" len="sm" w="sm"/>
            <a:tailEnd type="none" len="sm" w="sm"/>
          </a:ln>
        </p:spPr>
      </p:sp>
      <p:sp>
        <p:nvSpPr>
          <p:cNvPr name="AutoShape 28" id="28"/>
          <p:cNvSpPr/>
          <p:nvPr/>
        </p:nvSpPr>
        <p:spPr>
          <a:xfrm>
            <a:off x="-24216" y="2632861"/>
            <a:ext cx="2754945" cy="0"/>
          </a:xfrm>
          <a:prstGeom prst="line">
            <a:avLst/>
          </a:prstGeom>
          <a:ln cap="flat" w="28575">
            <a:solidFill>
              <a:srgbClr val="FFFFFE"/>
            </a:solidFill>
            <a:prstDash val="solid"/>
            <a:headEnd type="none" len="sm" w="sm"/>
            <a:tailEnd type="none" len="sm" w="sm"/>
          </a:ln>
        </p:spPr>
      </p:sp>
      <p:grpSp>
        <p:nvGrpSpPr>
          <p:cNvPr name="Group 29" id="29"/>
          <p:cNvGrpSpPr/>
          <p:nvPr/>
        </p:nvGrpSpPr>
        <p:grpSpPr>
          <a:xfrm rot="0">
            <a:off x="2621558" y="2537977"/>
            <a:ext cx="218342" cy="218342"/>
            <a:chOff x="0" y="0"/>
            <a:chExt cx="812800" cy="812800"/>
          </a:xfrm>
        </p:grpSpPr>
        <p:sp>
          <p:nvSpPr>
            <p:cNvPr name="Freeform 30" id="30"/>
            <p:cNvSpPr/>
            <p:nvPr/>
          </p:nvSpPr>
          <p:spPr>
            <a:xfrm flipH="false" flipV="false" rot="0">
              <a:off x="0" y="0"/>
              <a:ext cx="812800" cy="812800"/>
            </a:xfrm>
            <a:custGeom>
              <a:avLst/>
              <a:gdLst/>
              <a:ahLst/>
              <a:cxnLst/>
              <a:rect r="r" b="b" t="t" l="l"/>
              <a:pathLst>
                <a:path h="812800" w="81280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FFFFFE"/>
            </a:solidFill>
          </p:spPr>
        </p:sp>
        <p:sp>
          <p:nvSpPr>
            <p:cNvPr name="TextBox 31" id="31"/>
            <p:cNvSpPr txBox="true"/>
            <p:nvPr/>
          </p:nvSpPr>
          <p:spPr>
            <a:xfrm>
              <a:off x="76200" y="28575"/>
              <a:ext cx="660400" cy="708025"/>
            </a:xfrm>
            <a:prstGeom prst="rect">
              <a:avLst/>
            </a:prstGeom>
          </p:spPr>
          <p:txBody>
            <a:bodyPr anchor="ctr" rtlCol="false" tIns="47086" lIns="47086" bIns="47086" rIns="47086"/>
            <a:lstStyle/>
            <a:p>
              <a:pPr algn="ctr">
                <a:lnSpc>
                  <a:spcPts val="2659"/>
                </a:lnSpc>
                <a:spcBef>
                  <a:spcPct val="0"/>
                </a:spcBef>
              </a:pPr>
            </a:p>
          </p:txBody>
        </p:sp>
      </p:grpSp>
      <p:grpSp>
        <p:nvGrpSpPr>
          <p:cNvPr name="Group 32" id="32"/>
          <p:cNvGrpSpPr/>
          <p:nvPr/>
        </p:nvGrpSpPr>
        <p:grpSpPr>
          <a:xfrm rot="0">
            <a:off x="2990629" y="2052992"/>
            <a:ext cx="14917664" cy="1272624"/>
            <a:chOff x="0" y="0"/>
            <a:chExt cx="3053428" cy="260488"/>
          </a:xfrm>
        </p:grpSpPr>
        <p:sp>
          <p:nvSpPr>
            <p:cNvPr name="Freeform 33" id="33"/>
            <p:cNvSpPr/>
            <p:nvPr/>
          </p:nvSpPr>
          <p:spPr>
            <a:xfrm flipH="false" flipV="false" rot="0">
              <a:off x="0" y="0"/>
              <a:ext cx="3053428" cy="260488"/>
            </a:xfrm>
            <a:custGeom>
              <a:avLst/>
              <a:gdLst/>
              <a:ahLst/>
              <a:cxnLst/>
              <a:rect r="r" b="b" t="t" l="l"/>
              <a:pathLst>
                <a:path h="260488" w="3053428">
                  <a:moveTo>
                    <a:pt x="51898" y="0"/>
                  </a:moveTo>
                  <a:lnTo>
                    <a:pt x="3001531" y="0"/>
                  </a:lnTo>
                  <a:cubicBezTo>
                    <a:pt x="3015295" y="0"/>
                    <a:pt x="3028495" y="5468"/>
                    <a:pt x="3038228" y="15200"/>
                  </a:cubicBezTo>
                  <a:cubicBezTo>
                    <a:pt x="3047960" y="24933"/>
                    <a:pt x="3053428" y="38134"/>
                    <a:pt x="3053428" y="51898"/>
                  </a:cubicBezTo>
                  <a:lnTo>
                    <a:pt x="3053428" y="208590"/>
                  </a:lnTo>
                  <a:cubicBezTo>
                    <a:pt x="3053428" y="222354"/>
                    <a:pt x="3047960" y="235554"/>
                    <a:pt x="3038228" y="245287"/>
                  </a:cubicBezTo>
                  <a:cubicBezTo>
                    <a:pt x="3028495" y="255020"/>
                    <a:pt x="3015295" y="260488"/>
                    <a:pt x="3001531" y="260488"/>
                  </a:cubicBezTo>
                  <a:lnTo>
                    <a:pt x="51898" y="260488"/>
                  </a:lnTo>
                  <a:cubicBezTo>
                    <a:pt x="38134" y="260488"/>
                    <a:pt x="24933" y="255020"/>
                    <a:pt x="15200" y="245287"/>
                  </a:cubicBezTo>
                  <a:cubicBezTo>
                    <a:pt x="5468" y="235554"/>
                    <a:pt x="0" y="222354"/>
                    <a:pt x="0" y="208590"/>
                  </a:cubicBezTo>
                  <a:lnTo>
                    <a:pt x="0" y="51898"/>
                  </a:lnTo>
                  <a:cubicBezTo>
                    <a:pt x="0" y="38134"/>
                    <a:pt x="5468" y="24933"/>
                    <a:pt x="15200" y="15200"/>
                  </a:cubicBezTo>
                  <a:cubicBezTo>
                    <a:pt x="24933" y="5468"/>
                    <a:pt x="38134" y="0"/>
                    <a:pt x="51898" y="0"/>
                  </a:cubicBezTo>
                  <a:close/>
                </a:path>
              </a:pathLst>
            </a:custGeom>
            <a:solidFill>
              <a:srgbClr val="F8F8F8"/>
            </a:solidFill>
          </p:spPr>
        </p:sp>
        <p:sp>
          <p:nvSpPr>
            <p:cNvPr name="TextBox 34" id="34"/>
            <p:cNvSpPr txBox="true"/>
            <p:nvPr/>
          </p:nvSpPr>
          <p:spPr>
            <a:xfrm>
              <a:off x="0" y="-47625"/>
              <a:ext cx="3053428" cy="308113"/>
            </a:xfrm>
            <a:prstGeom prst="rect">
              <a:avLst/>
            </a:prstGeom>
          </p:spPr>
          <p:txBody>
            <a:bodyPr anchor="ctr" rtlCol="false" tIns="47086" lIns="47086" bIns="47086" rIns="47086"/>
            <a:lstStyle/>
            <a:p>
              <a:pPr algn="just">
                <a:lnSpc>
                  <a:spcPts val="2659"/>
                </a:lnSpc>
              </a:pPr>
            </a:p>
          </p:txBody>
        </p:sp>
      </p:grpSp>
      <p:sp>
        <p:nvSpPr>
          <p:cNvPr name="TextBox 35" id="35"/>
          <p:cNvSpPr txBox="true"/>
          <p:nvPr/>
        </p:nvSpPr>
        <p:spPr>
          <a:xfrm rot="0">
            <a:off x="3037000" y="161925"/>
            <a:ext cx="12214000" cy="1552575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ctr">
              <a:lnSpc>
                <a:spcPts val="12599"/>
              </a:lnSpc>
            </a:pPr>
            <a:r>
              <a:rPr lang="en-US" sz="9000">
                <a:solidFill>
                  <a:srgbClr val="FFFFFF"/>
                </a:solidFill>
                <a:latin typeface="Lazydog"/>
                <a:ea typeface="Lazydog"/>
                <a:cs typeface="Lazydog"/>
                <a:sym typeface="Lazydog"/>
              </a:rPr>
              <a:t>Слоеве</a:t>
            </a:r>
          </a:p>
        </p:txBody>
      </p:sp>
      <p:sp>
        <p:nvSpPr>
          <p:cNvPr name="TextBox 36" id="36"/>
          <p:cNvSpPr txBox="true"/>
          <p:nvPr/>
        </p:nvSpPr>
        <p:spPr>
          <a:xfrm rot="0">
            <a:off x="3305769" y="4344670"/>
            <a:ext cx="15272133" cy="572389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just">
              <a:lnSpc>
                <a:spcPts val="4675"/>
              </a:lnSpc>
              <a:spcBef>
                <a:spcPct val="0"/>
              </a:spcBef>
            </a:pPr>
            <a:r>
              <a:rPr lang="en-US" sz="3339">
                <a:solidFill>
                  <a:srgbClr val="3B3B3B"/>
                </a:solidFill>
                <a:latin typeface="Intro"/>
                <a:ea typeface="Intro"/>
                <a:cs typeface="Intro"/>
                <a:sym typeface="Intro"/>
              </a:rPr>
              <a:t>Слой за бизнес лог</a:t>
            </a:r>
            <a:r>
              <a:rPr lang="en-US" sz="3339" u="none">
                <a:solidFill>
                  <a:srgbClr val="3B3B3B"/>
                </a:solidFill>
                <a:latin typeface="Intro"/>
                <a:ea typeface="Intro"/>
                <a:cs typeface="Intro"/>
                <a:sym typeface="Intro"/>
              </a:rPr>
              <a:t>ик</a:t>
            </a:r>
            <a:r>
              <a:rPr lang="en-US" sz="3339">
                <a:solidFill>
                  <a:srgbClr val="3B3B3B"/>
                </a:solidFill>
                <a:latin typeface="Intro"/>
                <a:ea typeface="Intro"/>
                <a:cs typeface="Intro"/>
                <a:sym typeface="Intro"/>
              </a:rPr>
              <a:t>а </a:t>
            </a:r>
          </a:p>
        </p:txBody>
      </p:sp>
      <p:sp>
        <p:nvSpPr>
          <p:cNvPr name="TextBox 37" id="37"/>
          <p:cNvSpPr txBox="true"/>
          <p:nvPr/>
        </p:nvSpPr>
        <p:spPr>
          <a:xfrm rot="0">
            <a:off x="3305769" y="6358957"/>
            <a:ext cx="14402079" cy="572389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just">
              <a:lnSpc>
                <a:spcPts val="4675"/>
              </a:lnSpc>
              <a:spcBef>
                <a:spcPct val="0"/>
              </a:spcBef>
            </a:pPr>
            <a:r>
              <a:rPr lang="en-US" sz="3339">
                <a:solidFill>
                  <a:srgbClr val="3B3B3B"/>
                </a:solidFill>
                <a:latin typeface="Intro"/>
                <a:ea typeface="Intro"/>
                <a:cs typeface="Intro"/>
                <a:sym typeface="Intro"/>
              </a:rPr>
              <a:t>Слой за достъп до да</a:t>
            </a:r>
            <a:r>
              <a:rPr lang="en-US" sz="3339" u="none">
                <a:solidFill>
                  <a:srgbClr val="3B3B3B"/>
                </a:solidFill>
                <a:latin typeface="Intro"/>
                <a:ea typeface="Intro"/>
                <a:cs typeface="Intro"/>
                <a:sym typeface="Intro"/>
              </a:rPr>
              <a:t>н</a:t>
            </a:r>
            <a:r>
              <a:rPr lang="en-US" sz="3339">
                <a:solidFill>
                  <a:srgbClr val="3B3B3B"/>
                </a:solidFill>
                <a:latin typeface="Intro"/>
                <a:ea typeface="Intro"/>
                <a:cs typeface="Intro"/>
                <a:sym typeface="Intro"/>
              </a:rPr>
              <a:t>ни</a:t>
            </a:r>
          </a:p>
        </p:txBody>
      </p:sp>
      <p:sp>
        <p:nvSpPr>
          <p:cNvPr name="TextBox 38" id="38"/>
          <p:cNvSpPr txBox="true"/>
          <p:nvPr/>
        </p:nvSpPr>
        <p:spPr>
          <a:xfrm rot="0">
            <a:off x="3305769" y="2369832"/>
            <a:ext cx="14984910" cy="572268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just">
              <a:lnSpc>
                <a:spcPts val="4682"/>
              </a:lnSpc>
              <a:spcBef>
                <a:spcPct val="0"/>
              </a:spcBef>
            </a:pPr>
            <a:r>
              <a:rPr lang="en-US" sz="3344">
                <a:solidFill>
                  <a:srgbClr val="3B3B3B"/>
                </a:solidFill>
                <a:latin typeface="Intro"/>
                <a:ea typeface="Intro"/>
                <a:cs typeface="Intro"/>
                <a:sym typeface="Intro"/>
              </a:rPr>
              <a:t>Презентационен слой</a:t>
            </a:r>
          </a:p>
        </p:txBody>
      </p:sp>
      <p:sp>
        <p:nvSpPr>
          <p:cNvPr name="TextBox 39" id="39"/>
          <p:cNvSpPr txBox="true"/>
          <p:nvPr/>
        </p:nvSpPr>
        <p:spPr>
          <a:xfrm rot="0">
            <a:off x="3305769" y="8373243"/>
            <a:ext cx="7618468" cy="572389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just">
              <a:lnSpc>
                <a:spcPts val="4675"/>
              </a:lnSpc>
            </a:pPr>
            <a:r>
              <a:rPr lang="en-US" sz="3339">
                <a:solidFill>
                  <a:srgbClr val="3B3B3B"/>
                </a:solidFill>
                <a:latin typeface="Intro"/>
                <a:ea typeface="Intro"/>
                <a:cs typeface="Intro"/>
                <a:sym typeface="Intro"/>
              </a:rPr>
              <a:t>unit тестове</a:t>
            </a:r>
          </a:p>
        </p:txBody>
      </p:sp>
    </p:spTree>
  </p:cSld>
  <p:clrMapOvr>
    <a:masterClrMapping/>
  </p:clrMapOvr>
  <p:transition spd="fast">
    <p:push dir="l"/>
  </p:transition>
</p:sld>
</file>

<file path=ppt/slides/slide10.xml><?xml version="1.0" encoding="utf-8"?>
<p:sld xmlns:p="http://schemas.openxmlformats.org/presentationml/2006/main" xmlns:a="http://schemas.openxmlformats.org/drawingml/2006/main" xmlns:r="http://schemas.openxmlformats.org/officeDocument/2006/relationships">
  <p:cSld>
    <p:bg>
      <p:bgPr>
        <a:gradFill rotWithShape="true">
          <a:gsLst>
            <a:gs pos="0">
              <a:srgbClr val="042C62">
                <a:alpha val="100000"/>
              </a:srgbClr>
            </a:gs>
            <a:gs pos="100000">
              <a:srgbClr val="A177AF">
                <a:alpha val="100000"/>
              </a:srgbClr>
            </a:gs>
          </a:gsLst>
          <a:lin ang="5400000"/>
        </a:gra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name="Freeform 2" id="2"/>
          <p:cNvSpPr/>
          <p:nvPr/>
        </p:nvSpPr>
        <p:spPr>
          <a:xfrm flipH="false" flipV="false" rot="0">
            <a:off x="0" y="0"/>
            <a:ext cx="9144000" cy="9506433"/>
          </a:xfrm>
          <a:custGeom>
            <a:avLst/>
            <a:gdLst/>
            <a:ahLst/>
            <a:cxnLst/>
            <a:rect r="r" b="b" t="t" l="l"/>
            <a:pathLst>
              <a:path h="9506433" w="9144000">
                <a:moveTo>
                  <a:pt x="0" y="0"/>
                </a:moveTo>
                <a:lnTo>
                  <a:pt x="9144000" y="0"/>
                </a:lnTo>
                <a:lnTo>
                  <a:pt x="9144000" y="9506433"/>
                </a:lnTo>
                <a:lnTo>
                  <a:pt x="0" y="9506433"/>
                </a:lnTo>
                <a:lnTo>
                  <a:pt x="0" y="0"/>
                </a:lnTo>
                <a:close/>
              </a:path>
            </a:pathLst>
          </a:custGeom>
          <a:blipFill>
            <a:blip r:embed="rId2"/>
            <a:stretch>
              <a:fillRect l="0" t="0" r="0" b="0"/>
            </a:stretch>
          </a:blipFill>
        </p:spPr>
      </p:sp>
      <p:sp>
        <p:nvSpPr>
          <p:cNvPr name="Freeform 3" id="3"/>
          <p:cNvSpPr/>
          <p:nvPr/>
        </p:nvSpPr>
        <p:spPr>
          <a:xfrm flipH="true" flipV="false" rot="0">
            <a:off x="9144000" y="0"/>
            <a:ext cx="9144000" cy="9506433"/>
          </a:xfrm>
          <a:custGeom>
            <a:avLst/>
            <a:gdLst/>
            <a:ahLst/>
            <a:cxnLst/>
            <a:rect r="r" b="b" t="t" l="l"/>
            <a:pathLst>
              <a:path h="9506433" w="9144000">
                <a:moveTo>
                  <a:pt x="9144000" y="0"/>
                </a:moveTo>
                <a:lnTo>
                  <a:pt x="0" y="0"/>
                </a:lnTo>
                <a:lnTo>
                  <a:pt x="0" y="9506433"/>
                </a:lnTo>
                <a:lnTo>
                  <a:pt x="9144000" y="9506433"/>
                </a:lnTo>
                <a:lnTo>
                  <a:pt x="9144000" y="0"/>
                </a:lnTo>
                <a:close/>
              </a:path>
            </a:pathLst>
          </a:custGeom>
          <a:blipFill>
            <a:blip r:embed="rId2"/>
            <a:stretch>
              <a:fillRect l="0" t="0" r="0" b="0"/>
            </a:stretch>
          </a:blipFill>
        </p:spPr>
      </p:sp>
      <p:sp>
        <p:nvSpPr>
          <p:cNvPr name="Freeform 4" id="4"/>
          <p:cNvSpPr/>
          <p:nvPr/>
        </p:nvSpPr>
        <p:spPr>
          <a:xfrm flipH="false" flipV="true" rot="0">
            <a:off x="13692859" y="-1590948"/>
            <a:ext cx="5521384" cy="4678118"/>
          </a:xfrm>
          <a:custGeom>
            <a:avLst/>
            <a:gdLst/>
            <a:ahLst/>
            <a:cxnLst/>
            <a:rect r="r" b="b" t="t" l="l"/>
            <a:pathLst>
              <a:path h="4678118" w="5521384">
                <a:moveTo>
                  <a:pt x="0" y="4678119"/>
                </a:moveTo>
                <a:lnTo>
                  <a:pt x="5521384" y="4678119"/>
                </a:lnTo>
                <a:lnTo>
                  <a:pt x="5521384" y="0"/>
                </a:lnTo>
                <a:lnTo>
                  <a:pt x="0" y="0"/>
                </a:lnTo>
                <a:lnTo>
                  <a:pt x="0" y="4678119"/>
                </a:lnTo>
                <a:close/>
              </a:path>
            </a:pathLst>
          </a:custGeom>
          <a:blipFill>
            <a:blip r:embed="rId3">
              <a:extLst>
                <a:ext uri="{96DAC541-7B7A-43D3-8B79-37D633B846F1}">
                  <asvg:svgBlip xmlns:asvg="http://schemas.microsoft.com/office/drawing/2016/SVG/main" r:embed="rId4"/>
                </a:ext>
              </a:extLst>
            </a:blip>
            <a:stretch>
              <a:fillRect l="0" t="0" r="0" b="0"/>
            </a:stretch>
          </a:blipFill>
        </p:spPr>
      </p:sp>
      <p:sp>
        <p:nvSpPr>
          <p:cNvPr name="Freeform 5" id="5"/>
          <p:cNvSpPr/>
          <p:nvPr/>
        </p:nvSpPr>
        <p:spPr>
          <a:xfrm flipH="false" flipV="false" rot="0">
            <a:off x="-529449" y="176267"/>
            <a:ext cx="3452454" cy="1996146"/>
          </a:xfrm>
          <a:custGeom>
            <a:avLst/>
            <a:gdLst/>
            <a:ahLst/>
            <a:cxnLst/>
            <a:rect r="r" b="b" t="t" l="l"/>
            <a:pathLst>
              <a:path h="1996146" w="3452454">
                <a:moveTo>
                  <a:pt x="0" y="0"/>
                </a:moveTo>
                <a:lnTo>
                  <a:pt x="3452455" y="0"/>
                </a:lnTo>
                <a:lnTo>
                  <a:pt x="3452455" y="1996146"/>
                </a:lnTo>
                <a:lnTo>
                  <a:pt x="0" y="1996146"/>
                </a:lnTo>
                <a:lnTo>
                  <a:pt x="0" y="0"/>
                </a:lnTo>
                <a:close/>
              </a:path>
            </a:pathLst>
          </a:custGeom>
          <a:blipFill>
            <a:blip r:embed="rId5">
              <a:extLst>
                <a:ext uri="{96DAC541-7B7A-43D3-8B79-37D633B846F1}">
                  <asvg:svgBlip xmlns:asvg="http://schemas.microsoft.com/office/drawing/2016/SVG/main" r:embed="rId6"/>
                </a:ext>
              </a:extLst>
            </a:blip>
            <a:stretch>
              <a:fillRect l="0" t="0" r="0" b="0"/>
            </a:stretch>
          </a:blipFill>
        </p:spPr>
      </p:sp>
      <p:sp>
        <p:nvSpPr>
          <p:cNvPr name="Freeform 6" id="6"/>
          <p:cNvSpPr/>
          <p:nvPr/>
        </p:nvSpPr>
        <p:spPr>
          <a:xfrm flipH="false" flipV="false" rot="0">
            <a:off x="2923006" y="7801534"/>
            <a:ext cx="12964747" cy="12964747"/>
          </a:xfrm>
          <a:custGeom>
            <a:avLst/>
            <a:gdLst/>
            <a:ahLst/>
            <a:cxnLst/>
            <a:rect r="r" b="b" t="t" l="l"/>
            <a:pathLst>
              <a:path h="12964747" w="12964747">
                <a:moveTo>
                  <a:pt x="0" y="0"/>
                </a:moveTo>
                <a:lnTo>
                  <a:pt x="12964747" y="0"/>
                </a:lnTo>
                <a:lnTo>
                  <a:pt x="12964747" y="12964747"/>
                </a:lnTo>
                <a:lnTo>
                  <a:pt x="0" y="12964747"/>
                </a:lnTo>
                <a:lnTo>
                  <a:pt x="0" y="0"/>
                </a:lnTo>
                <a:close/>
              </a:path>
            </a:pathLst>
          </a:custGeom>
          <a:blipFill>
            <a:blip r:embed="rId7">
              <a:extLst>
                <a:ext uri="{96DAC541-7B7A-43D3-8B79-37D633B846F1}">
                  <asvg:svgBlip xmlns:asvg="http://schemas.microsoft.com/office/drawing/2016/SVG/main" r:embed="rId8"/>
                </a:ext>
              </a:extLst>
            </a:blip>
            <a:stretch>
              <a:fillRect l="0" t="0" r="0" b="0"/>
            </a:stretch>
          </a:blipFill>
        </p:spPr>
      </p:sp>
      <p:sp>
        <p:nvSpPr>
          <p:cNvPr name="Freeform 7" id="7">
            <a:extLs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/>
        </p:nvSpPr>
        <p:spPr>
          <a:xfrm flipH="false" flipV="false" rot="553448">
            <a:off x="15151108" y="7998945"/>
            <a:ext cx="2604885" cy="1758063"/>
          </a:xfrm>
          <a:custGeom>
            <a:avLst/>
            <a:gdLst/>
            <a:ahLst/>
            <a:cxnLst/>
            <a:rect r="r" b="b" t="t" l="l"/>
            <a:pathLst>
              <a:path h="1758063" w="2604885">
                <a:moveTo>
                  <a:pt x="0" y="0"/>
                </a:moveTo>
                <a:lnTo>
                  <a:pt x="2604886" y="0"/>
                </a:lnTo>
                <a:lnTo>
                  <a:pt x="2604886" y="1758063"/>
                </a:lnTo>
                <a:lnTo>
                  <a:pt x="0" y="1758063"/>
                </a:lnTo>
                <a:lnTo>
                  <a:pt x="0" y="0"/>
                </a:lnTo>
                <a:close/>
              </a:path>
            </a:pathLst>
          </a:custGeom>
          <a:blipFill>
            <a:blip r:embed="rId9"/>
            <a:stretch>
              <a:fillRect l="0" t="0" r="0" b="0"/>
            </a:stretch>
          </a:blipFill>
        </p:spPr>
      </p:sp>
      <p:grpSp>
        <p:nvGrpSpPr>
          <p:cNvPr name="Group 8" id="8"/>
          <p:cNvGrpSpPr/>
          <p:nvPr/>
        </p:nvGrpSpPr>
        <p:grpSpPr>
          <a:xfrm rot="0">
            <a:off x="3916820" y="2964147"/>
            <a:ext cx="10454359" cy="5551094"/>
            <a:chOff x="0" y="0"/>
            <a:chExt cx="13939145" cy="7401459"/>
          </a:xfrm>
        </p:grpSpPr>
        <p:sp>
          <p:nvSpPr>
            <p:cNvPr name="Freeform 9" id="9"/>
            <p:cNvSpPr/>
            <p:nvPr/>
          </p:nvSpPr>
          <p:spPr>
            <a:xfrm flipH="false" flipV="false" rot="0">
              <a:off x="0" y="0"/>
              <a:ext cx="7343778" cy="7343778"/>
            </a:xfrm>
            <a:custGeom>
              <a:avLst/>
              <a:gdLst/>
              <a:ahLst/>
              <a:cxnLst/>
              <a:rect r="r" b="b" t="t" l="l"/>
              <a:pathLst>
                <a:path h="7343778" w="7343778">
                  <a:moveTo>
                    <a:pt x="0" y="0"/>
                  </a:moveTo>
                  <a:lnTo>
                    <a:pt x="7343778" y="0"/>
                  </a:lnTo>
                  <a:lnTo>
                    <a:pt x="7343778" y="7343778"/>
                  </a:lnTo>
                  <a:lnTo>
                    <a:pt x="0" y="7343778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10"/>
              <a:stretch>
                <a:fillRect l="0" t="0" r="0" b="0"/>
              </a:stretch>
            </a:blipFill>
          </p:spPr>
        </p:sp>
        <p:sp>
          <p:nvSpPr>
            <p:cNvPr name="Freeform 10" id="10"/>
            <p:cNvSpPr/>
            <p:nvPr/>
          </p:nvSpPr>
          <p:spPr>
            <a:xfrm flipH="false" flipV="false" rot="0">
              <a:off x="8691627" y="0"/>
              <a:ext cx="5247519" cy="7401459"/>
            </a:xfrm>
            <a:custGeom>
              <a:avLst/>
              <a:gdLst/>
              <a:ahLst/>
              <a:cxnLst/>
              <a:rect r="r" b="b" t="t" l="l"/>
              <a:pathLst>
                <a:path h="7401459" w="5247519">
                  <a:moveTo>
                    <a:pt x="0" y="0"/>
                  </a:moveTo>
                  <a:lnTo>
                    <a:pt x="5247518" y="0"/>
                  </a:lnTo>
                  <a:lnTo>
                    <a:pt x="5247518" y="7401459"/>
                  </a:lnTo>
                  <a:lnTo>
                    <a:pt x="0" y="7401459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11">
                <a:extLst>
                  <a:ext uri="{96DAC541-7B7A-43D3-8B79-37D633B846F1}">
                    <asvg:svgBlip xmlns:asvg="http://schemas.microsoft.com/office/drawing/2016/SVG/main" r:embed="rId12"/>
                  </a:ext>
                </a:extLst>
              </a:blip>
              <a:stretch>
                <a:fillRect l="0" t="0" r="0" b="0"/>
              </a:stretch>
            </a:blipFill>
          </p:spPr>
        </p:sp>
      </p:grpSp>
      <p:sp>
        <p:nvSpPr>
          <p:cNvPr name="Freeform 11" id="11"/>
          <p:cNvSpPr/>
          <p:nvPr/>
        </p:nvSpPr>
        <p:spPr>
          <a:xfrm flipH="false" flipV="false" rot="0">
            <a:off x="14603217" y="-319658"/>
            <a:ext cx="3299226" cy="3299226"/>
          </a:xfrm>
          <a:custGeom>
            <a:avLst/>
            <a:gdLst/>
            <a:ahLst/>
            <a:cxnLst/>
            <a:rect r="r" b="b" t="t" l="l"/>
            <a:pathLst>
              <a:path h="3299226" w="3299226">
                <a:moveTo>
                  <a:pt x="0" y="0"/>
                </a:moveTo>
                <a:lnTo>
                  <a:pt x="3299225" y="0"/>
                </a:lnTo>
                <a:lnTo>
                  <a:pt x="3299225" y="3299226"/>
                </a:lnTo>
                <a:lnTo>
                  <a:pt x="0" y="3299226"/>
                </a:lnTo>
                <a:lnTo>
                  <a:pt x="0" y="0"/>
                </a:lnTo>
                <a:close/>
              </a:path>
            </a:pathLst>
          </a:custGeom>
          <a:blipFill>
            <a:blip r:embed="rId13"/>
            <a:stretch>
              <a:fillRect l="0" t="0" r="0" b="0"/>
            </a:stretch>
          </a:blipFill>
        </p:spPr>
      </p:sp>
      <p:sp>
        <p:nvSpPr>
          <p:cNvPr name="TextBox 12" id="12"/>
          <p:cNvSpPr txBox="true"/>
          <p:nvPr/>
        </p:nvSpPr>
        <p:spPr>
          <a:xfrm rot="0">
            <a:off x="5613451" y="914400"/>
            <a:ext cx="7061098" cy="1062882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ctr">
              <a:lnSpc>
                <a:spcPts val="8766"/>
              </a:lnSpc>
            </a:pPr>
            <a:r>
              <a:rPr lang="en-US" sz="6261">
                <a:solidFill>
                  <a:srgbClr val="FFFFFF"/>
                </a:solidFill>
                <a:latin typeface="Adigiana Toybox Bold"/>
                <a:ea typeface="Adigiana Toybox Bold"/>
                <a:cs typeface="Adigiana Toybox Bold"/>
                <a:sym typeface="Adigiana Toybox Bold"/>
              </a:rPr>
              <a:t>FRONT-END</a:t>
            </a:r>
          </a:p>
        </p:txBody>
      </p:sp>
    </p:spTree>
  </p:cSld>
  <p:clrMapOvr>
    <a:masterClrMapping/>
  </p:clrMapOvr>
  <p:transition spd="fast">
    <p:push dir="l"/>
  </p:transition>
</p:sld>
</file>

<file path=ppt/slides/slide11.xml><?xml version="1.0" encoding="utf-8"?>
<p:sld xmlns:p="http://schemas.openxmlformats.org/presentationml/2006/main" xmlns:a="http://schemas.openxmlformats.org/drawingml/2006/main" xmlns:r="http://schemas.openxmlformats.org/officeDocument/2006/relationships">
  <p:cSld>
    <p:bg>
      <p:bgPr>
        <a:gradFill rotWithShape="true">
          <a:gsLst>
            <a:gs pos="0">
              <a:srgbClr val="042C62">
                <a:alpha val="100000"/>
              </a:srgbClr>
            </a:gs>
            <a:gs pos="100000">
              <a:srgbClr val="A177AF">
                <a:alpha val="100000"/>
              </a:srgbClr>
            </a:gs>
          </a:gsLst>
          <a:lin ang="5400000"/>
        </a:gra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name="Freeform 2" id="2"/>
          <p:cNvSpPr/>
          <p:nvPr/>
        </p:nvSpPr>
        <p:spPr>
          <a:xfrm flipH="false" flipV="false" rot="0">
            <a:off x="0" y="0"/>
            <a:ext cx="9144000" cy="9506433"/>
          </a:xfrm>
          <a:custGeom>
            <a:avLst/>
            <a:gdLst/>
            <a:ahLst/>
            <a:cxnLst/>
            <a:rect r="r" b="b" t="t" l="l"/>
            <a:pathLst>
              <a:path h="9506433" w="9144000">
                <a:moveTo>
                  <a:pt x="0" y="0"/>
                </a:moveTo>
                <a:lnTo>
                  <a:pt x="9144000" y="0"/>
                </a:lnTo>
                <a:lnTo>
                  <a:pt x="9144000" y="9506433"/>
                </a:lnTo>
                <a:lnTo>
                  <a:pt x="0" y="9506433"/>
                </a:lnTo>
                <a:lnTo>
                  <a:pt x="0" y="0"/>
                </a:lnTo>
                <a:close/>
              </a:path>
            </a:pathLst>
          </a:custGeom>
          <a:blipFill>
            <a:blip r:embed="rId2"/>
            <a:stretch>
              <a:fillRect l="0" t="0" r="0" b="0"/>
            </a:stretch>
          </a:blipFill>
        </p:spPr>
      </p:sp>
      <p:sp>
        <p:nvSpPr>
          <p:cNvPr name="Freeform 3" id="3"/>
          <p:cNvSpPr/>
          <p:nvPr/>
        </p:nvSpPr>
        <p:spPr>
          <a:xfrm flipH="true" flipV="false" rot="0">
            <a:off x="9144000" y="0"/>
            <a:ext cx="9144000" cy="9506433"/>
          </a:xfrm>
          <a:custGeom>
            <a:avLst/>
            <a:gdLst/>
            <a:ahLst/>
            <a:cxnLst/>
            <a:rect r="r" b="b" t="t" l="l"/>
            <a:pathLst>
              <a:path h="9506433" w="9144000">
                <a:moveTo>
                  <a:pt x="9144000" y="0"/>
                </a:moveTo>
                <a:lnTo>
                  <a:pt x="0" y="0"/>
                </a:lnTo>
                <a:lnTo>
                  <a:pt x="0" y="9506433"/>
                </a:lnTo>
                <a:lnTo>
                  <a:pt x="9144000" y="9506433"/>
                </a:lnTo>
                <a:lnTo>
                  <a:pt x="9144000" y="0"/>
                </a:lnTo>
                <a:close/>
              </a:path>
            </a:pathLst>
          </a:custGeom>
          <a:blipFill>
            <a:blip r:embed="rId2"/>
            <a:stretch>
              <a:fillRect l="0" t="0" r="0" b="0"/>
            </a:stretch>
          </a:blipFill>
        </p:spPr>
      </p:sp>
      <p:sp>
        <p:nvSpPr>
          <p:cNvPr name="Freeform 4" id="4"/>
          <p:cNvSpPr/>
          <p:nvPr/>
        </p:nvSpPr>
        <p:spPr>
          <a:xfrm flipH="false" flipV="true" rot="0">
            <a:off x="13692859" y="-1590948"/>
            <a:ext cx="5521384" cy="4678118"/>
          </a:xfrm>
          <a:custGeom>
            <a:avLst/>
            <a:gdLst/>
            <a:ahLst/>
            <a:cxnLst/>
            <a:rect r="r" b="b" t="t" l="l"/>
            <a:pathLst>
              <a:path h="4678118" w="5521384">
                <a:moveTo>
                  <a:pt x="0" y="4678119"/>
                </a:moveTo>
                <a:lnTo>
                  <a:pt x="5521384" y="4678119"/>
                </a:lnTo>
                <a:lnTo>
                  <a:pt x="5521384" y="0"/>
                </a:lnTo>
                <a:lnTo>
                  <a:pt x="0" y="0"/>
                </a:lnTo>
                <a:lnTo>
                  <a:pt x="0" y="4678119"/>
                </a:lnTo>
                <a:close/>
              </a:path>
            </a:pathLst>
          </a:custGeom>
          <a:blipFill>
            <a:blip r:embed="rId3">
              <a:extLst>
                <a:ext uri="{96DAC541-7B7A-43D3-8B79-37D633B846F1}">
                  <asvg:svgBlip xmlns:asvg="http://schemas.microsoft.com/office/drawing/2016/SVG/main" r:embed="rId4"/>
                </a:ext>
              </a:extLst>
            </a:blip>
            <a:stretch>
              <a:fillRect l="0" t="0" r="0" b="0"/>
            </a:stretch>
          </a:blipFill>
        </p:spPr>
      </p:sp>
      <p:sp>
        <p:nvSpPr>
          <p:cNvPr name="Freeform 5" id="5"/>
          <p:cNvSpPr/>
          <p:nvPr/>
        </p:nvSpPr>
        <p:spPr>
          <a:xfrm flipH="false" flipV="false" rot="0">
            <a:off x="-529449" y="176267"/>
            <a:ext cx="3452454" cy="1996146"/>
          </a:xfrm>
          <a:custGeom>
            <a:avLst/>
            <a:gdLst/>
            <a:ahLst/>
            <a:cxnLst/>
            <a:rect r="r" b="b" t="t" l="l"/>
            <a:pathLst>
              <a:path h="1996146" w="3452454">
                <a:moveTo>
                  <a:pt x="0" y="0"/>
                </a:moveTo>
                <a:lnTo>
                  <a:pt x="3452455" y="0"/>
                </a:lnTo>
                <a:lnTo>
                  <a:pt x="3452455" y="1996146"/>
                </a:lnTo>
                <a:lnTo>
                  <a:pt x="0" y="1996146"/>
                </a:lnTo>
                <a:lnTo>
                  <a:pt x="0" y="0"/>
                </a:lnTo>
                <a:close/>
              </a:path>
            </a:pathLst>
          </a:custGeom>
          <a:blipFill>
            <a:blip r:embed="rId5">
              <a:extLst>
                <a:ext uri="{96DAC541-7B7A-43D3-8B79-37D633B846F1}">
                  <asvg:svgBlip xmlns:asvg="http://schemas.microsoft.com/office/drawing/2016/SVG/main" r:embed="rId6"/>
                </a:ext>
              </a:extLst>
            </a:blip>
            <a:stretch>
              <a:fillRect l="0" t="0" r="0" b="0"/>
            </a:stretch>
          </a:blipFill>
        </p:spPr>
      </p:sp>
      <p:sp>
        <p:nvSpPr>
          <p:cNvPr name="Freeform 6" id="6"/>
          <p:cNvSpPr/>
          <p:nvPr/>
        </p:nvSpPr>
        <p:spPr>
          <a:xfrm flipH="false" flipV="false" rot="0">
            <a:off x="2923006" y="7801534"/>
            <a:ext cx="12964747" cy="12964747"/>
          </a:xfrm>
          <a:custGeom>
            <a:avLst/>
            <a:gdLst/>
            <a:ahLst/>
            <a:cxnLst/>
            <a:rect r="r" b="b" t="t" l="l"/>
            <a:pathLst>
              <a:path h="12964747" w="12964747">
                <a:moveTo>
                  <a:pt x="0" y="0"/>
                </a:moveTo>
                <a:lnTo>
                  <a:pt x="12964747" y="0"/>
                </a:lnTo>
                <a:lnTo>
                  <a:pt x="12964747" y="12964747"/>
                </a:lnTo>
                <a:lnTo>
                  <a:pt x="0" y="12964747"/>
                </a:lnTo>
                <a:lnTo>
                  <a:pt x="0" y="0"/>
                </a:lnTo>
                <a:close/>
              </a:path>
            </a:pathLst>
          </a:custGeom>
          <a:blipFill>
            <a:blip r:embed="rId7">
              <a:extLst>
                <a:ext uri="{96DAC541-7B7A-43D3-8B79-37D633B846F1}">
                  <asvg:svgBlip xmlns:asvg="http://schemas.microsoft.com/office/drawing/2016/SVG/main" r:embed="rId8"/>
                </a:ext>
              </a:extLst>
            </a:blip>
            <a:stretch>
              <a:fillRect l="0" t="0" r="0" b="0"/>
            </a:stretch>
          </a:blipFill>
        </p:spPr>
      </p:sp>
      <p:grpSp>
        <p:nvGrpSpPr>
          <p:cNvPr name="Group 7" id="7"/>
          <p:cNvGrpSpPr/>
          <p:nvPr/>
        </p:nvGrpSpPr>
        <p:grpSpPr>
          <a:xfrm rot="0">
            <a:off x="2599718" y="3362927"/>
            <a:ext cx="13088565" cy="3629896"/>
            <a:chOff x="0" y="0"/>
            <a:chExt cx="17451420" cy="4839862"/>
          </a:xfrm>
        </p:grpSpPr>
        <p:sp>
          <p:nvSpPr>
            <p:cNvPr name="Freeform 8" id="8"/>
            <p:cNvSpPr/>
            <p:nvPr/>
          </p:nvSpPr>
          <p:spPr>
            <a:xfrm flipH="false" flipV="false" rot="0">
              <a:off x="12703225" y="0"/>
              <a:ext cx="4748195" cy="4748195"/>
            </a:xfrm>
            <a:custGeom>
              <a:avLst/>
              <a:gdLst/>
              <a:ahLst/>
              <a:cxnLst/>
              <a:rect r="r" b="b" t="t" l="l"/>
              <a:pathLst>
                <a:path h="4748195" w="4748195">
                  <a:moveTo>
                    <a:pt x="0" y="0"/>
                  </a:moveTo>
                  <a:lnTo>
                    <a:pt x="4748195" y="0"/>
                  </a:lnTo>
                  <a:lnTo>
                    <a:pt x="4748195" y="4748195"/>
                  </a:lnTo>
                  <a:lnTo>
                    <a:pt x="0" y="4748195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9"/>
              <a:stretch>
                <a:fillRect l="0" t="0" r="0" b="0"/>
              </a:stretch>
            </a:blipFill>
          </p:spPr>
        </p:sp>
        <p:sp>
          <p:nvSpPr>
            <p:cNvPr name="Freeform 9" id="9"/>
            <p:cNvSpPr/>
            <p:nvPr/>
          </p:nvSpPr>
          <p:spPr>
            <a:xfrm flipH="false" flipV="false" rot="0">
              <a:off x="3757236" y="0"/>
              <a:ext cx="9679723" cy="4839862"/>
            </a:xfrm>
            <a:custGeom>
              <a:avLst/>
              <a:gdLst/>
              <a:ahLst/>
              <a:cxnLst/>
              <a:rect r="r" b="b" t="t" l="l"/>
              <a:pathLst>
                <a:path h="4839862" w="9679723">
                  <a:moveTo>
                    <a:pt x="0" y="0"/>
                  </a:moveTo>
                  <a:lnTo>
                    <a:pt x="9679723" y="0"/>
                  </a:lnTo>
                  <a:lnTo>
                    <a:pt x="9679723" y="4839862"/>
                  </a:lnTo>
                  <a:lnTo>
                    <a:pt x="0" y="4839862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10"/>
              <a:stretch>
                <a:fillRect l="0" t="0" r="0" b="0"/>
              </a:stretch>
            </a:blipFill>
          </p:spPr>
        </p:sp>
        <p:sp>
          <p:nvSpPr>
            <p:cNvPr name="Freeform 10" id="10"/>
            <p:cNvSpPr/>
            <p:nvPr/>
          </p:nvSpPr>
          <p:spPr>
            <a:xfrm flipH="false" flipV="false" rot="0">
              <a:off x="0" y="0"/>
              <a:ext cx="4748195" cy="4748195"/>
            </a:xfrm>
            <a:custGeom>
              <a:avLst/>
              <a:gdLst/>
              <a:ahLst/>
              <a:cxnLst/>
              <a:rect r="r" b="b" t="t" l="l"/>
              <a:pathLst>
                <a:path h="4748195" w="4748195">
                  <a:moveTo>
                    <a:pt x="0" y="0"/>
                  </a:moveTo>
                  <a:lnTo>
                    <a:pt x="4748195" y="0"/>
                  </a:lnTo>
                  <a:lnTo>
                    <a:pt x="4748195" y="4748195"/>
                  </a:lnTo>
                  <a:lnTo>
                    <a:pt x="0" y="4748195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11"/>
              <a:stretch>
                <a:fillRect l="0" t="0" r="0" b="0"/>
              </a:stretch>
            </a:blipFill>
          </p:spPr>
        </p:sp>
      </p:grpSp>
      <p:sp>
        <p:nvSpPr>
          <p:cNvPr name="TextBox 11" id="11"/>
          <p:cNvSpPr txBox="true"/>
          <p:nvPr/>
        </p:nvSpPr>
        <p:spPr>
          <a:xfrm rot="0">
            <a:off x="5613451" y="914400"/>
            <a:ext cx="7061098" cy="1060157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ctr">
              <a:lnSpc>
                <a:spcPts val="8766"/>
              </a:lnSpc>
            </a:pPr>
            <a:r>
              <a:rPr lang="en-US" sz="6261">
                <a:solidFill>
                  <a:srgbClr val="FFFFFF"/>
                </a:solidFill>
                <a:latin typeface="Adigiana Toybox Bold"/>
                <a:ea typeface="Adigiana Toybox Bold"/>
                <a:cs typeface="Adigiana Toybox Bold"/>
                <a:sym typeface="Adigiana Toybox Bold"/>
              </a:rPr>
              <a:t>BACK-END</a:t>
            </a:r>
          </a:p>
        </p:txBody>
      </p:sp>
    </p:spTree>
  </p:cSld>
  <p:clrMapOvr>
    <a:masterClrMapping/>
  </p:clrMapOvr>
  <p:transition spd="fast">
    <p:push dir="l"/>
  </p:transition>
</p:sld>
</file>

<file path=ppt/slides/slide12.xml><?xml version="1.0" encoding="utf-8"?>
<p:sld xmlns:p="http://schemas.openxmlformats.org/presentationml/2006/main" xmlns:a="http://schemas.openxmlformats.org/drawing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name="Freeform 2" id="2"/>
          <p:cNvSpPr/>
          <p:nvPr/>
        </p:nvSpPr>
        <p:spPr>
          <a:xfrm flipH="false" flipV="false" rot="0">
            <a:off x="3180522" y="0"/>
            <a:ext cx="11926957" cy="10287000"/>
          </a:xfrm>
          <a:custGeom>
            <a:avLst/>
            <a:gdLst/>
            <a:ahLst/>
            <a:cxnLst/>
            <a:rect r="r" b="b" t="t" l="l"/>
            <a:pathLst>
              <a:path h="10287000" w="11926957">
                <a:moveTo>
                  <a:pt x="0" y="0"/>
                </a:moveTo>
                <a:lnTo>
                  <a:pt x="11926956" y="0"/>
                </a:lnTo>
                <a:lnTo>
                  <a:pt x="11926956" y="10287000"/>
                </a:lnTo>
                <a:lnTo>
                  <a:pt x="0" y="10287000"/>
                </a:lnTo>
                <a:lnTo>
                  <a:pt x="0" y="0"/>
                </a:lnTo>
                <a:close/>
              </a:path>
            </a:pathLst>
          </a:custGeom>
          <a:blipFill>
            <a:blip r:embed="rId2"/>
            <a:stretch>
              <a:fillRect l="0" t="0" r="0" b="0"/>
            </a:stretch>
          </a:blipFill>
        </p:spPr>
      </p:sp>
    </p:spTree>
  </p:cSld>
  <p:clrMapOvr>
    <a:masterClrMapping/>
  </p:clrMapOvr>
  <p:transition spd="fast">
    <p:push dir="l"/>
  </p:transition>
</p:sld>
</file>

<file path=ppt/slides/slide13.xml><?xml version="1.0" encoding="utf-8"?>
<p:sld xmlns:p="http://schemas.openxmlformats.org/presentationml/2006/main" xmlns:a="http://schemas.openxmlformats.org/drawingml/2006/main" xmlns:r="http://schemas.openxmlformats.org/officeDocument/2006/relationships">
  <p:cSld>
    <p:bg>
      <p:bgPr>
        <a:gradFill rotWithShape="true">
          <a:gsLst>
            <a:gs pos="0">
              <a:srgbClr val="042C62">
                <a:alpha val="100000"/>
              </a:srgbClr>
            </a:gs>
            <a:gs pos="100000">
              <a:srgbClr val="A177AF">
                <a:alpha val="100000"/>
              </a:srgbClr>
            </a:gs>
          </a:gsLst>
          <a:lin ang="5400000"/>
        </a:gra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name="Freeform 2" id="2"/>
          <p:cNvSpPr/>
          <p:nvPr/>
        </p:nvSpPr>
        <p:spPr>
          <a:xfrm flipH="false" flipV="false" rot="0">
            <a:off x="0" y="0"/>
            <a:ext cx="9144000" cy="9506433"/>
          </a:xfrm>
          <a:custGeom>
            <a:avLst/>
            <a:gdLst/>
            <a:ahLst/>
            <a:cxnLst/>
            <a:rect r="r" b="b" t="t" l="l"/>
            <a:pathLst>
              <a:path h="9506433" w="9144000">
                <a:moveTo>
                  <a:pt x="0" y="0"/>
                </a:moveTo>
                <a:lnTo>
                  <a:pt x="9144000" y="0"/>
                </a:lnTo>
                <a:lnTo>
                  <a:pt x="9144000" y="9506433"/>
                </a:lnTo>
                <a:lnTo>
                  <a:pt x="0" y="9506433"/>
                </a:lnTo>
                <a:lnTo>
                  <a:pt x="0" y="0"/>
                </a:lnTo>
                <a:close/>
              </a:path>
            </a:pathLst>
          </a:custGeom>
          <a:blipFill>
            <a:blip r:embed="rId2">
              <a:alphaModFix amt="40000"/>
            </a:blip>
            <a:stretch>
              <a:fillRect l="0" t="0" r="0" b="0"/>
            </a:stretch>
          </a:blipFill>
        </p:spPr>
      </p:sp>
      <p:sp>
        <p:nvSpPr>
          <p:cNvPr name="Freeform 3" id="3"/>
          <p:cNvSpPr/>
          <p:nvPr/>
        </p:nvSpPr>
        <p:spPr>
          <a:xfrm flipH="true" flipV="false" rot="0">
            <a:off x="9144000" y="0"/>
            <a:ext cx="9144000" cy="9506433"/>
          </a:xfrm>
          <a:custGeom>
            <a:avLst/>
            <a:gdLst/>
            <a:ahLst/>
            <a:cxnLst/>
            <a:rect r="r" b="b" t="t" l="l"/>
            <a:pathLst>
              <a:path h="9506433" w="9144000">
                <a:moveTo>
                  <a:pt x="9144000" y="0"/>
                </a:moveTo>
                <a:lnTo>
                  <a:pt x="0" y="0"/>
                </a:lnTo>
                <a:lnTo>
                  <a:pt x="0" y="9506433"/>
                </a:lnTo>
                <a:lnTo>
                  <a:pt x="9144000" y="9506433"/>
                </a:lnTo>
                <a:lnTo>
                  <a:pt x="9144000" y="0"/>
                </a:lnTo>
                <a:close/>
              </a:path>
            </a:pathLst>
          </a:custGeom>
          <a:blipFill>
            <a:blip r:embed="rId2">
              <a:alphaModFix amt="40000"/>
            </a:blip>
            <a:stretch>
              <a:fillRect l="0" t="0" r="0" b="0"/>
            </a:stretch>
          </a:blipFill>
        </p:spPr>
      </p:sp>
      <p:sp>
        <p:nvSpPr>
          <p:cNvPr name="Freeform 4" id="4"/>
          <p:cNvSpPr/>
          <p:nvPr/>
        </p:nvSpPr>
        <p:spPr>
          <a:xfrm flipH="false" flipV="false" rot="0">
            <a:off x="16122133" y="-565115"/>
            <a:ext cx="2274334" cy="2424193"/>
          </a:xfrm>
          <a:custGeom>
            <a:avLst/>
            <a:gdLst/>
            <a:ahLst/>
            <a:cxnLst/>
            <a:rect r="r" b="b" t="t" l="l"/>
            <a:pathLst>
              <a:path h="2424193" w="2274334">
                <a:moveTo>
                  <a:pt x="0" y="0"/>
                </a:moveTo>
                <a:lnTo>
                  <a:pt x="2274334" y="0"/>
                </a:lnTo>
                <a:lnTo>
                  <a:pt x="2274334" y="2424193"/>
                </a:lnTo>
                <a:lnTo>
                  <a:pt x="0" y="2424193"/>
                </a:lnTo>
                <a:lnTo>
                  <a:pt x="0" y="0"/>
                </a:lnTo>
                <a:close/>
              </a:path>
            </a:pathLst>
          </a:custGeom>
          <a:blipFill>
            <a:blip r:embed="rId3">
              <a:extLst>
                <a:ext uri="{96DAC541-7B7A-43D3-8B79-37D633B846F1}">
                  <asvg:svgBlip xmlns:asvg="http://schemas.microsoft.com/office/drawing/2016/SVG/main" r:embed="rId4"/>
                </a:ext>
              </a:extLst>
            </a:blip>
            <a:stretch>
              <a:fillRect l="0" t="0" r="0" b="0"/>
            </a:stretch>
          </a:blipFill>
        </p:spPr>
      </p:sp>
      <p:sp>
        <p:nvSpPr>
          <p:cNvPr name="Freeform 5" id="5"/>
          <p:cNvSpPr/>
          <p:nvPr/>
        </p:nvSpPr>
        <p:spPr>
          <a:xfrm flipH="false" flipV="false" rot="0">
            <a:off x="-2118858" y="3463285"/>
            <a:ext cx="10189709" cy="10189709"/>
          </a:xfrm>
          <a:custGeom>
            <a:avLst/>
            <a:gdLst/>
            <a:ahLst/>
            <a:cxnLst/>
            <a:rect r="r" b="b" t="t" l="l"/>
            <a:pathLst>
              <a:path h="10189709" w="10189709">
                <a:moveTo>
                  <a:pt x="0" y="0"/>
                </a:moveTo>
                <a:lnTo>
                  <a:pt x="10189709" y="0"/>
                </a:lnTo>
                <a:lnTo>
                  <a:pt x="10189709" y="10189709"/>
                </a:lnTo>
                <a:lnTo>
                  <a:pt x="0" y="10189709"/>
                </a:lnTo>
                <a:lnTo>
                  <a:pt x="0" y="0"/>
                </a:lnTo>
                <a:close/>
              </a:path>
            </a:pathLst>
          </a:custGeom>
          <a:blipFill>
            <a:blip r:embed="rId5">
              <a:extLst>
                <a:ext uri="{96DAC541-7B7A-43D3-8B79-37D633B846F1}">
                  <asvg:svgBlip xmlns:asvg="http://schemas.microsoft.com/office/drawing/2016/SVG/main" r:embed="rId6"/>
                </a:ext>
              </a:extLst>
            </a:blip>
            <a:stretch>
              <a:fillRect l="0" t="0" r="0" b="0"/>
            </a:stretch>
          </a:blipFill>
        </p:spPr>
      </p:sp>
      <p:sp>
        <p:nvSpPr>
          <p:cNvPr name="TextBox 6" id="6"/>
          <p:cNvSpPr txBox="true"/>
          <p:nvPr/>
        </p:nvSpPr>
        <p:spPr>
          <a:xfrm rot="0">
            <a:off x="5696505" y="3234685"/>
            <a:ext cx="12214000" cy="1974853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ctr">
              <a:lnSpc>
                <a:spcPts val="16099"/>
              </a:lnSpc>
            </a:pPr>
            <a:r>
              <a:rPr lang="en-US" sz="11499">
                <a:solidFill>
                  <a:srgbClr val="FFFFFF"/>
                </a:solidFill>
                <a:latin typeface="Lazydog"/>
                <a:ea typeface="Lazydog"/>
                <a:cs typeface="Lazydog"/>
                <a:sym typeface="Lazydog"/>
              </a:rPr>
              <a:t>ДЕМОНСТРАЦИЯ</a:t>
            </a:r>
          </a:p>
        </p:txBody>
      </p:sp>
      <p:sp>
        <p:nvSpPr>
          <p:cNvPr name="TextBox 7" id="7"/>
          <p:cNvSpPr txBox="true"/>
          <p:nvPr/>
        </p:nvSpPr>
        <p:spPr>
          <a:xfrm rot="0">
            <a:off x="6074000" y="6600188"/>
            <a:ext cx="12214000" cy="1854200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ctr">
              <a:lnSpc>
                <a:spcPts val="7000"/>
              </a:lnSpc>
            </a:pPr>
            <a:r>
              <a:rPr lang="en-US" sz="5000">
                <a:solidFill>
                  <a:srgbClr val="FFFFFF"/>
                </a:solidFill>
                <a:latin typeface="Handyman"/>
                <a:ea typeface="Handyman"/>
                <a:cs typeface="Handyman"/>
                <a:sym typeface="Handyman"/>
              </a:rPr>
              <a:t>Test accoounts:</a:t>
            </a:r>
          </a:p>
          <a:p>
            <a:pPr algn="ctr">
              <a:lnSpc>
                <a:spcPts val="7000"/>
              </a:lnSpc>
            </a:pPr>
            <a:r>
              <a:rPr lang="en-US" sz="5000">
                <a:solidFill>
                  <a:srgbClr val="FFFFFF"/>
                </a:solidFill>
                <a:latin typeface="Handyman"/>
                <a:ea typeface="Handyman"/>
                <a:cs typeface="Handyman"/>
                <a:sym typeface="Handyman"/>
              </a:rPr>
              <a:t>Admin: admin@hire.com - Admin123!</a:t>
            </a:r>
          </a:p>
        </p:txBody>
      </p:sp>
    </p:spTree>
  </p:cSld>
  <p:clrMapOvr>
    <a:masterClrMapping/>
  </p:clrMapOvr>
</p:sld>
</file>

<file path=ppt/slides/slide14.xml><?xml version="1.0" encoding="utf-8"?>
<p:sld xmlns:p="http://schemas.openxmlformats.org/presentationml/2006/main" xmlns:a="http://schemas.openxmlformats.org/drawingml/2006/main" xmlns:r="http://schemas.openxmlformats.org/officeDocument/2006/relationships">
  <p:cSld>
    <p:bg>
      <p:bgPr>
        <a:gradFill rotWithShape="true">
          <a:gsLst>
            <a:gs pos="0">
              <a:srgbClr val="042C62">
                <a:alpha val="100000"/>
              </a:srgbClr>
            </a:gs>
            <a:gs pos="100000">
              <a:srgbClr val="A177AF">
                <a:alpha val="100000"/>
              </a:srgbClr>
            </a:gs>
          </a:gsLst>
          <a:lin ang="5400000"/>
        </a:gra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name="Freeform 2" id="2"/>
          <p:cNvSpPr/>
          <p:nvPr/>
        </p:nvSpPr>
        <p:spPr>
          <a:xfrm flipH="false" flipV="false" rot="0">
            <a:off x="0" y="0"/>
            <a:ext cx="9144000" cy="9506433"/>
          </a:xfrm>
          <a:custGeom>
            <a:avLst/>
            <a:gdLst/>
            <a:ahLst/>
            <a:cxnLst/>
            <a:rect r="r" b="b" t="t" l="l"/>
            <a:pathLst>
              <a:path h="9506433" w="9144000">
                <a:moveTo>
                  <a:pt x="0" y="0"/>
                </a:moveTo>
                <a:lnTo>
                  <a:pt x="9144000" y="0"/>
                </a:lnTo>
                <a:lnTo>
                  <a:pt x="9144000" y="9506433"/>
                </a:lnTo>
                <a:lnTo>
                  <a:pt x="0" y="9506433"/>
                </a:lnTo>
                <a:lnTo>
                  <a:pt x="0" y="0"/>
                </a:lnTo>
                <a:close/>
              </a:path>
            </a:pathLst>
          </a:custGeom>
          <a:blipFill>
            <a:blip r:embed="rId2">
              <a:alphaModFix amt="40000"/>
            </a:blip>
            <a:stretch>
              <a:fillRect l="0" t="0" r="0" b="0"/>
            </a:stretch>
          </a:blipFill>
        </p:spPr>
      </p:sp>
      <p:sp>
        <p:nvSpPr>
          <p:cNvPr name="Freeform 3" id="3"/>
          <p:cNvSpPr/>
          <p:nvPr/>
        </p:nvSpPr>
        <p:spPr>
          <a:xfrm flipH="true" flipV="false" rot="0">
            <a:off x="9144000" y="0"/>
            <a:ext cx="9144000" cy="9506433"/>
          </a:xfrm>
          <a:custGeom>
            <a:avLst/>
            <a:gdLst/>
            <a:ahLst/>
            <a:cxnLst/>
            <a:rect r="r" b="b" t="t" l="l"/>
            <a:pathLst>
              <a:path h="9506433" w="9144000">
                <a:moveTo>
                  <a:pt x="9144000" y="0"/>
                </a:moveTo>
                <a:lnTo>
                  <a:pt x="0" y="0"/>
                </a:lnTo>
                <a:lnTo>
                  <a:pt x="0" y="9506433"/>
                </a:lnTo>
                <a:lnTo>
                  <a:pt x="9144000" y="9506433"/>
                </a:lnTo>
                <a:lnTo>
                  <a:pt x="9144000" y="0"/>
                </a:lnTo>
                <a:close/>
              </a:path>
            </a:pathLst>
          </a:custGeom>
          <a:blipFill>
            <a:blip r:embed="rId2">
              <a:alphaModFix amt="40000"/>
            </a:blip>
            <a:stretch>
              <a:fillRect l="0" t="0" r="0" b="0"/>
            </a:stretch>
          </a:blipFill>
        </p:spPr>
      </p:sp>
      <p:sp>
        <p:nvSpPr>
          <p:cNvPr name="Freeform 4" id="4"/>
          <p:cNvSpPr/>
          <p:nvPr/>
        </p:nvSpPr>
        <p:spPr>
          <a:xfrm flipH="false" flipV="false" rot="0">
            <a:off x="8953085" y="7199960"/>
            <a:ext cx="9334915" cy="3087040"/>
          </a:xfrm>
          <a:custGeom>
            <a:avLst/>
            <a:gdLst/>
            <a:ahLst/>
            <a:cxnLst/>
            <a:rect r="r" b="b" t="t" l="l"/>
            <a:pathLst>
              <a:path h="3087040" w="9334915">
                <a:moveTo>
                  <a:pt x="0" y="0"/>
                </a:moveTo>
                <a:lnTo>
                  <a:pt x="9334915" y="0"/>
                </a:lnTo>
                <a:lnTo>
                  <a:pt x="9334915" y="3087040"/>
                </a:lnTo>
                <a:lnTo>
                  <a:pt x="0" y="3087040"/>
                </a:lnTo>
                <a:lnTo>
                  <a:pt x="0" y="0"/>
                </a:lnTo>
                <a:close/>
              </a:path>
            </a:pathLst>
          </a:custGeom>
          <a:blipFill>
            <a:blip r:embed="rId3">
              <a:extLst>
                <a:ext uri="{96DAC541-7B7A-43D3-8B79-37D633B846F1}">
                  <asvg:svgBlip xmlns:asvg="http://schemas.microsoft.com/office/drawing/2016/SVG/main" r:embed="rId4"/>
                </a:ext>
              </a:extLst>
            </a:blip>
            <a:stretch>
              <a:fillRect l="0" t="0" r="0" b="0"/>
            </a:stretch>
          </a:blipFill>
        </p:spPr>
      </p:sp>
      <p:sp>
        <p:nvSpPr>
          <p:cNvPr name="Freeform 5" id="5"/>
          <p:cNvSpPr/>
          <p:nvPr/>
        </p:nvSpPr>
        <p:spPr>
          <a:xfrm flipH="true" flipV="false" rot="0">
            <a:off x="0" y="7199960"/>
            <a:ext cx="9334915" cy="3087040"/>
          </a:xfrm>
          <a:custGeom>
            <a:avLst/>
            <a:gdLst/>
            <a:ahLst/>
            <a:cxnLst/>
            <a:rect r="r" b="b" t="t" l="l"/>
            <a:pathLst>
              <a:path h="3087040" w="9334915">
                <a:moveTo>
                  <a:pt x="9334915" y="0"/>
                </a:moveTo>
                <a:lnTo>
                  <a:pt x="0" y="0"/>
                </a:lnTo>
                <a:lnTo>
                  <a:pt x="0" y="3087040"/>
                </a:lnTo>
                <a:lnTo>
                  <a:pt x="9334915" y="3087040"/>
                </a:lnTo>
                <a:lnTo>
                  <a:pt x="9334915" y="0"/>
                </a:lnTo>
                <a:close/>
              </a:path>
            </a:pathLst>
          </a:custGeom>
          <a:blipFill>
            <a:blip r:embed="rId3">
              <a:extLst>
                <a:ext uri="{96DAC541-7B7A-43D3-8B79-37D633B846F1}">
                  <asvg:svgBlip xmlns:asvg="http://schemas.microsoft.com/office/drawing/2016/SVG/main" r:embed="rId4"/>
                </a:ext>
              </a:extLst>
            </a:blip>
            <a:stretch>
              <a:fillRect l="0" t="0" r="0" b="0"/>
            </a:stretch>
          </a:blipFill>
        </p:spPr>
      </p:sp>
      <p:sp>
        <p:nvSpPr>
          <p:cNvPr name="Freeform 6" id="6"/>
          <p:cNvSpPr/>
          <p:nvPr/>
        </p:nvSpPr>
        <p:spPr>
          <a:xfrm flipH="true" flipV="false" rot="0">
            <a:off x="16132307" y="-371086"/>
            <a:ext cx="1766837" cy="1883257"/>
          </a:xfrm>
          <a:custGeom>
            <a:avLst/>
            <a:gdLst/>
            <a:ahLst/>
            <a:cxnLst/>
            <a:rect r="r" b="b" t="t" l="l"/>
            <a:pathLst>
              <a:path h="1883257" w="1766837">
                <a:moveTo>
                  <a:pt x="1766838" y="0"/>
                </a:moveTo>
                <a:lnTo>
                  <a:pt x="0" y="0"/>
                </a:lnTo>
                <a:lnTo>
                  <a:pt x="0" y="1883257"/>
                </a:lnTo>
                <a:lnTo>
                  <a:pt x="1766838" y="1883257"/>
                </a:lnTo>
                <a:lnTo>
                  <a:pt x="1766838" y="0"/>
                </a:lnTo>
                <a:close/>
              </a:path>
            </a:pathLst>
          </a:custGeom>
          <a:blipFill>
            <a:blip r:embed="rId5">
              <a:extLst>
                <a:ext uri="{96DAC541-7B7A-43D3-8B79-37D633B846F1}">
                  <asvg:svgBlip xmlns:asvg="http://schemas.microsoft.com/office/drawing/2016/SVG/main" r:embed="rId6"/>
                </a:ext>
              </a:extLst>
            </a:blip>
            <a:stretch>
              <a:fillRect l="0" t="0" r="0" b="0"/>
            </a:stretch>
          </a:blipFill>
        </p:spPr>
      </p:sp>
      <p:sp>
        <p:nvSpPr>
          <p:cNvPr name="Freeform 7" id="7"/>
          <p:cNvSpPr/>
          <p:nvPr/>
        </p:nvSpPr>
        <p:spPr>
          <a:xfrm flipH="false" flipV="false" rot="75483">
            <a:off x="-421504" y="8412580"/>
            <a:ext cx="4014396" cy="2649502"/>
          </a:xfrm>
          <a:custGeom>
            <a:avLst/>
            <a:gdLst/>
            <a:ahLst/>
            <a:cxnLst/>
            <a:rect r="r" b="b" t="t" l="l"/>
            <a:pathLst>
              <a:path h="2649502" w="4014396">
                <a:moveTo>
                  <a:pt x="0" y="0"/>
                </a:moveTo>
                <a:lnTo>
                  <a:pt x="4014396" y="0"/>
                </a:lnTo>
                <a:lnTo>
                  <a:pt x="4014396" y="2649502"/>
                </a:lnTo>
                <a:lnTo>
                  <a:pt x="0" y="2649502"/>
                </a:lnTo>
                <a:lnTo>
                  <a:pt x="0" y="0"/>
                </a:lnTo>
                <a:close/>
              </a:path>
            </a:pathLst>
          </a:custGeom>
          <a:blipFill>
            <a:blip r:embed="rId7">
              <a:extLst>
                <a:ext uri="{96DAC541-7B7A-43D3-8B79-37D633B846F1}">
                  <asvg:svgBlip xmlns:asvg="http://schemas.microsoft.com/office/drawing/2016/SVG/main" r:embed="rId8"/>
                </a:ext>
              </a:extLst>
            </a:blip>
            <a:stretch>
              <a:fillRect l="0" t="0" r="0" b="0"/>
            </a:stretch>
          </a:blipFill>
        </p:spPr>
      </p:sp>
      <p:sp>
        <p:nvSpPr>
          <p:cNvPr name="TextBox 8" id="8"/>
          <p:cNvSpPr txBox="true"/>
          <p:nvPr/>
        </p:nvSpPr>
        <p:spPr>
          <a:xfrm rot="0">
            <a:off x="3037000" y="632441"/>
            <a:ext cx="12214000" cy="1203325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ctr">
              <a:lnSpc>
                <a:spcPts val="9799"/>
              </a:lnSpc>
            </a:pPr>
            <a:r>
              <a:rPr lang="en-US" sz="6999">
                <a:solidFill>
                  <a:srgbClr val="FFFFFF"/>
                </a:solidFill>
                <a:latin typeface="Lazydog"/>
                <a:ea typeface="Lazydog"/>
                <a:cs typeface="Lazydog"/>
                <a:sym typeface="Lazydog"/>
              </a:rPr>
              <a:t>Бъдещо развитие</a:t>
            </a:r>
          </a:p>
        </p:txBody>
      </p:sp>
      <p:grpSp>
        <p:nvGrpSpPr>
          <p:cNvPr name="Group 9" id="9"/>
          <p:cNvGrpSpPr/>
          <p:nvPr/>
        </p:nvGrpSpPr>
        <p:grpSpPr>
          <a:xfrm rot="0">
            <a:off x="741488" y="2335483"/>
            <a:ext cx="16805024" cy="1583873"/>
            <a:chOff x="0" y="0"/>
            <a:chExt cx="5625620" cy="530215"/>
          </a:xfrm>
        </p:grpSpPr>
        <p:sp>
          <p:nvSpPr>
            <p:cNvPr name="Freeform 10" id="10"/>
            <p:cNvSpPr/>
            <p:nvPr/>
          </p:nvSpPr>
          <p:spPr>
            <a:xfrm flipH="false" flipV="false" rot="0">
              <a:off x="0" y="0"/>
              <a:ext cx="5625620" cy="530215"/>
            </a:xfrm>
            <a:custGeom>
              <a:avLst/>
              <a:gdLst/>
              <a:ahLst/>
              <a:cxnLst/>
              <a:rect r="r" b="b" t="t" l="l"/>
              <a:pathLst>
                <a:path h="530215" w="5625620">
                  <a:moveTo>
                    <a:pt x="11057" y="0"/>
                  </a:moveTo>
                  <a:lnTo>
                    <a:pt x="5614563" y="0"/>
                  </a:lnTo>
                  <a:cubicBezTo>
                    <a:pt x="5617495" y="0"/>
                    <a:pt x="5620308" y="1165"/>
                    <a:pt x="5622381" y="3238"/>
                  </a:cubicBezTo>
                  <a:cubicBezTo>
                    <a:pt x="5624455" y="5312"/>
                    <a:pt x="5625620" y="8124"/>
                    <a:pt x="5625620" y="11057"/>
                  </a:cubicBezTo>
                  <a:lnTo>
                    <a:pt x="5625620" y="519158"/>
                  </a:lnTo>
                  <a:cubicBezTo>
                    <a:pt x="5625620" y="522090"/>
                    <a:pt x="5624455" y="524903"/>
                    <a:pt x="5622381" y="526976"/>
                  </a:cubicBezTo>
                  <a:cubicBezTo>
                    <a:pt x="5620308" y="529050"/>
                    <a:pt x="5617495" y="530215"/>
                    <a:pt x="5614563" y="530215"/>
                  </a:cubicBezTo>
                  <a:lnTo>
                    <a:pt x="11057" y="530215"/>
                  </a:lnTo>
                  <a:cubicBezTo>
                    <a:pt x="8124" y="530215"/>
                    <a:pt x="5312" y="529050"/>
                    <a:pt x="3238" y="526976"/>
                  </a:cubicBezTo>
                  <a:cubicBezTo>
                    <a:pt x="1165" y="524903"/>
                    <a:pt x="0" y="522090"/>
                    <a:pt x="0" y="519158"/>
                  </a:cubicBezTo>
                  <a:lnTo>
                    <a:pt x="0" y="11057"/>
                  </a:lnTo>
                  <a:cubicBezTo>
                    <a:pt x="0" y="8124"/>
                    <a:pt x="1165" y="5312"/>
                    <a:pt x="3238" y="3238"/>
                  </a:cubicBezTo>
                  <a:cubicBezTo>
                    <a:pt x="5312" y="1165"/>
                    <a:pt x="8124" y="0"/>
                    <a:pt x="11057" y="0"/>
                  </a:cubicBezTo>
                  <a:close/>
                </a:path>
              </a:pathLst>
            </a:custGeom>
            <a:solidFill>
              <a:srgbClr val="CA81C7"/>
            </a:solidFill>
          </p:spPr>
        </p:sp>
        <p:sp>
          <p:nvSpPr>
            <p:cNvPr name="TextBox 11" id="11"/>
            <p:cNvSpPr txBox="true"/>
            <p:nvPr/>
          </p:nvSpPr>
          <p:spPr>
            <a:xfrm>
              <a:off x="0" y="9525"/>
              <a:ext cx="5625620" cy="520690"/>
            </a:xfrm>
            <a:prstGeom prst="rect">
              <a:avLst/>
            </a:prstGeom>
          </p:spPr>
          <p:txBody>
            <a:bodyPr anchor="ctr" rtlCol="false" tIns="25400" lIns="25400" bIns="25400" rIns="25400"/>
            <a:lstStyle/>
            <a:p>
              <a:pPr algn="ctr">
                <a:lnSpc>
                  <a:spcPts val="4455"/>
                </a:lnSpc>
              </a:pPr>
              <a:r>
                <a:rPr lang="en-US" sz="4500">
                  <a:solidFill>
                    <a:srgbClr val="FFFFFE"/>
                  </a:solidFill>
                  <a:latin typeface="Handyman"/>
                  <a:ea typeface="Handyman"/>
                  <a:cs typeface="Handyman"/>
                  <a:sym typeface="Handyman"/>
                </a:rPr>
                <a:t>Интеграция с външни услуги и API-та за автоматизация на процесите</a:t>
              </a:r>
            </a:p>
          </p:txBody>
        </p:sp>
      </p:grpSp>
      <p:grpSp>
        <p:nvGrpSpPr>
          <p:cNvPr name="Group 12" id="12"/>
          <p:cNvGrpSpPr/>
          <p:nvPr/>
        </p:nvGrpSpPr>
        <p:grpSpPr>
          <a:xfrm rot="0">
            <a:off x="741488" y="4419073"/>
            <a:ext cx="16805024" cy="1580008"/>
            <a:chOff x="0" y="0"/>
            <a:chExt cx="5625620" cy="528921"/>
          </a:xfrm>
        </p:grpSpPr>
        <p:sp>
          <p:nvSpPr>
            <p:cNvPr name="Freeform 13" id="13"/>
            <p:cNvSpPr/>
            <p:nvPr/>
          </p:nvSpPr>
          <p:spPr>
            <a:xfrm flipH="false" flipV="false" rot="0">
              <a:off x="0" y="0"/>
              <a:ext cx="5625620" cy="528921"/>
            </a:xfrm>
            <a:custGeom>
              <a:avLst/>
              <a:gdLst/>
              <a:ahLst/>
              <a:cxnLst/>
              <a:rect r="r" b="b" t="t" l="l"/>
              <a:pathLst>
                <a:path h="528921" w="5625620">
                  <a:moveTo>
                    <a:pt x="11057" y="0"/>
                  </a:moveTo>
                  <a:lnTo>
                    <a:pt x="5614563" y="0"/>
                  </a:lnTo>
                  <a:cubicBezTo>
                    <a:pt x="5617495" y="0"/>
                    <a:pt x="5620308" y="1165"/>
                    <a:pt x="5622381" y="3238"/>
                  </a:cubicBezTo>
                  <a:cubicBezTo>
                    <a:pt x="5624455" y="5312"/>
                    <a:pt x="5625620" y="8124"/>
                    <a:pt x="5625620" y="11057"/>
                  </a:cubicBezTo>
                  <a:lnTo>
                    <a:pt x="5625620" y="517864"/>
                  </a:lnTo>
                  <a:cubicBezTo>
                    <a:pt x="5625620" y="523971"/>
                    <a:pt x="5620670" y="528921"/>
                    <a:pt x="5614563" y="528921"/>
                  </a:cubicBezTo>
                  <a:lnTo>
                    <a:pt x="11057" y="528921"/>
                  </a:lnTo>
                  <a:cubicBezTo>
                    <a:pt x="8124" y="528921"/>
                    <a:pt x="5312" y="527756"/>
                    <a:pt x="3238" y="525682"/>
                  </a:cubicBezTo>
                  <a:cubicBezTo>
                    <a:pt x="1165" y="523609"/>
                    <a:pt x="0" y="520797"/>
                    <a:pt x="0" y="517864"/>
                  </a:cubicBezTo>
                  <a:lnTo>
                    <a:pt x="0" y="11057"/>
                  </a:lnTo>
                  <a:cubicBezTo>
                    <a:pt x="0" y="8124"/>
                    <a:pt x="1165" y="5312"/>
                    <a:pt x="3238" y="3238"/>
                  </a:cubicBezTo>
                  <a:cubicBezTo>
                    <a:pt x="5312" y="1165"/>
                    <a:pt x="8124" y="0"/>
                    <a:pt x="11057" y="0"/>
                  </a:cubicBezTo>
                  <a:close/>
                </a:path>
              </a:pathLst>
            </a:custGeom>
            <a:solidFill>
              <a:srgbClr val="CA81C7"/>
            </a:solidFill>
          </p:spPr>
        </p:sp>
        <p:sp>
          <p:nvSpPr>
            <p:cNvPr name="TextBox 14" id="14"/>
            <p:cNvSpPr txBox="true"/>
            <p:nvPr/>
          </p:nvSpPr>
          <p:spPr>
            <a:xfrm>
              <a:off x="0" y="9525"/>
              <a:ext cx="5625620" cy="519396"/>
            </a:xfrm>
            <a:prstGeom prst="rect">
              <a:avLst/>
            </a:prstGeom>
          </p:spPr>
          <p:txBody>
            <a:bodyPr anchor="ctr" rtlCol="false" tIns="25400" lIns="25400" bIns="25400" rIns="25400"/>
            <a:lstStyle/>
            <a:p>
              <a:pPr algn="ctr">
                <a:lnSpc>
                  <a:spcPts val="4455"/>
                </a:lnSpc>
              </a:pPr>
              <a:r>
                <a:rPr lang="en-US" sz="4500">
                  <a:solidFill>
                    <a:srgbClr val="FFFFFE"/>
                  </a:solidFill>
                  <a:latin typeface="Handyman"/>
                  <a:ea typeface="Handyman"/>
                  <a:cs typeface="Handyman"/>
                  <a:sym typeface="Handyman"/>
                </a:rPr>
                <a:t>Оптимизация на производителността и подобрение на панелите</a:t>
              </a:r>
            </a:p>
          </p:txBody>
        </p:sp>
      </p:grpSp>
      <p:grpSp>
        <p:nvGrpSpPr>
          <p:cNvPr name="Group 15" id="15"/>
          <p:cNvGrpSpPr/>
          <p:nvPr/>
        </p:nvGrpSpPr>
        <p:grpSpPr>
          <a:xfrm rot="0">
            <a:off x="741488" y="6393952"/>
            <a:ext cx="16805024" cy="1580008"/>
            <a:chOff x="0" y="0"/>
            <a:chExt cx="5625620" cy="528921"/>
          </a:xfrm>
        </p:grpSpPr>
        <p:sp>
          <p:nvSpPr>
            <p:cNvPr name="Freeform 16" id="16"/>
            <p:cNvSpPr/>
            <p:nvPr/>
          </p:nvSpPr>
          <p:spPr>
            <a:xfrm flipH="false" flipV="false" rot="0">
              <a:off x="0" y="0"/>
              <a:ext cx="5625620" cy="528921"/>
            </a:xfrm>
            <a:custGeom>
              <a:avLst/>
              <a:gdLst/>
              <a:ahLst/>
              <a:cxnLst/>
              <a:rect r="r" b="b" t="t" l="l"/>
              <a:pathLst>
                <a:path h="528921" w="5625620">
                  <a:moveTo>
                    <a:pt x="11057" y="0"/>
                  </a:moveTo>
                  <a:lnTo>
                    <a:pt x="5614563" y="0"/>
                  </a:lnTo>
                  <a:cubicBezTo>
                    <a:pt x="5617495" y="0"/>
                    <a:pt x="5620308" y="1165"/>
                    <a:pt x="5622381" y="3238"/>
                  </a:cubicBezTo>
                  <a:cubicBezTo>
                    <a:pt x="5624455" y="5312"/>
                    <a:pt x="5625620" y="8124"/>
                    <a:pt x="5625620" y="11057"/>
                  </a:cubicBezTo>
                  <a:lnTo>
                    <a:pt x="5625620" y="517864"/>
                  </a:lnTo>
                  <a:cubicBezTo>
                    <a:pt x="5625620" y="523971"/>
                    <a:pt x="5620670" y="528921"/>
                    <a:pt x="5614563" y="528921"/>
                  </a:cubicBezTo>
                  <a:lnTo>
                    <a:pt x="11057" y="528921"/>
                  </a:lnTo>
                  <a:cubicBezTo>
                    <a:pt x="8124" y="528921"/>
                    <a:pt x="5312" y="527756"/>
                    <a:pt x="3238" y="525682"/>
                  </a:cubicBezTo>
                  <a:cubicBezTo>
                    <a:pt x="1165" y="523609"/>
                    <a:pt x="0" y="520797"/>
                    <a:pt x="0" y="517864"/>
                  </a:cubicBezTo>
                  <a:lnTo>
                    <a:pt x="0" y="11057"/>
                  </a:lnTo>
                  <a:cubicBezTo>
                    <a:pt x="0" y="8124"/>
                    <a:pt x="1165" y="5312"/>
                    <a:pt x="3238" y="3238"/>
                  </a:cubicBezTo>
                  <a:cubicBezTo>
                    <a:pt x="5312" y="1165"/>
                    <a:pt x="8124" y="0"/>
                    <a:pt x="11057" y="0"/>
                  </a:cubicBezTo>
                  <a:close/>
                </a:path>
              </a:pathLst>
            </a:custGeom>
            <a:solidFill>
              <a:srgbClr val="CA81C7"/>
            </a:solidFill>
          </p:spPr>
        </p:sp>
        <p:sp>
          <p:nvSpPr>
            <p:cNvPr name="TextBox 17" id="17"/>
            <p:cNvSpPr txBox="true"/>
            <p:nvPr/>
          </p:nvSpPr>
          <p:spPr>
            <a:xfrm>
              <a:off x="0" y="9525"/>
              <a:ext cx="5625620" cy="519396"/>
            </a:xfrm>
            <a:prstGeom prst="rect">
              <a:avLst/>
            </a:prstGeom>
          </p:spPr>
          <p:txBody>
            <a:bodyPr anchor="ctr" rtlCol="false" tIns="25400" lIns="25400" bIns="25400" rIns="25400"/>
            <a:lstStyle/>
            <a:p>
              <a:pPr algn="ctr">
                <a:lnSpc>
                  <a:spcPts val="4455"/>
                </a:lnSpc>
              </a:pPr>
              <a:r>
                <a:rPr lang="en-US" sz="4500">
                  <a:solidFill>
                    <a:srgbClr val="FFFFFE"/>
                  </a:solidFill>
                  <a:latin typeface="Handyman"/>
                  <a:ea typeface="Handyman"/>
                  <a:cs typeface="Handyman"/>
                  <a:sym typeface="Handyman"/>
                </a:rPr>
                <a:t>Разширяване на функционалността за администраторския панел</a:t>
              </a:r>
            </a:p>
          </p:txBody>
        </p:sp>
      </p:grpSp>
    </p:spTree>
  </p:cSld>
  <p:clrMapOvr>
    <a:masterClrMapping/>
  </p:clrMapOvr>
  <p:transition spd="fast">
    <p:push dir="l"/>
  </p:transition>
</p:sld>
</file>

<file path=ppt/slides/slide15.xml><?xml version="1.0" encoding="utf-8"?>
<p:sld xmlns:p="http://schemas.openxmlformats.org/presentationml/2006/main" xmlns:a="http://schemas.openxmlformats.org/drawingml/2006/main" xmlns:r="http://schemas.openxmlformats.org/officeDocument/2006/relationships">
  <p:cSld>
    <p:bg>
      <p:bgPr>
        <a:gradFill rotWithShape="true">
          <a:gsLst>
            <a:gs pos="0">
              <a:srgbClr val="042C62">
                <a:alpha val="100000"/>
              </a:srgbClr>
            </a:gs>
            <a:gs pos="100000">
              <a:srgbClr val="A177AF">
                <a:alpha val="100000"/>
              </a:srgbClr>
            </a:gs>
          </a:gsLst>
          <a:lin ang="5400000"/>
        </a:gra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name="Freeform 2" id="2"/>
          <p:cNvSpPr/>
          <p:nvPr/>
        </p:nvSpPr>
        <p:spPr>
          <a:xfrm flipH="false" flipV="false" rot="0">
            <a:off x="0" y="0"/>
            <a:ext cx="9144000" cy="9506433"/>
          </a:xfrm>
          <a:custGeom>
            <a:avLst/>
            <a:gdLst/>
            <a:ahLst/>
            <a:cxnLst/>
            <a:rect r="r" b="b" t="t" l="l"/>
            <a:pathLst>
              <a:path h="9506433" w="9144000">
                <a:moveTo>
                  <a:pt x="0" y="0"/>
                </a:moveTo>
                <a:lnTo>
                  <a:pt x="9144000" y="0"/>
                </a:lnTo>
                <a:lnTo>
                  <a:pt x="9144000" y="9506433"/>
                </a:lnTo>
                <a:lnTo>
                  <a:pt x="0" y="9506433"/>
                </a:lnTo>
                <a:lnTo>
                  <a:pt x="0" y="0"/>
                </a:lnTo>
                <a:close/>
              </a:path>
            </a:pathLst>
          </a:custGeom>
          <a:blipFill>
            <a:blip r:embed="rId2"/>
            <a:stretch>
              <a:fillRect l="0" t="0" r="0" b="0"/>
            </a:stretch>
          </a:blipFill>
        </p:spPr>
      </p:sp>
      <p:sp>
        <p:nvSpPr>
          <p:cNvPr name="Freeform 3" id="3"/>
          <p:cNvSpPr/>
          <p:nvPr/>
        </p:nvSpPr>
        <p:spPr>
          <a:xfrm flipH="true" flipV="false" rot="0">
            <a:off x="9144000" y="0"/>
            <a:ext cx="9144000" cy="9506433"/>
          </a:xfrm>
          <a:custGeom>
            <a:avLst/>
            <a:gdLst/>
            <a:ahLst/>
            <a:cxnLst/>
            <a:rect r="r" b="b" t="t" l="l"/>
            <a:pathLst>
              <a:path h="9506433" w="9144000">
                <a:moveTo>
                  <a:pt x="9144000" y="0"/>
                </a:moveTo>
                <a:lnTo>
                  <a:pt x="0" y="0"/>
                </a:lnTo>
                <a:lnTo>
                  <a:pt x="0" y="9506433"/>
                </a:lnTo>
                <a:lnTo>
                  <a:pt x="9144000" y="9506433"/>
                </a:lnTo>
                <a:lnTo>
                  <a:pt x="9144000" y="0"/>
                </a:lnTo>
                <a:close/>
              </a:path>
            </a:pathLst>
          </a:custGeom>
          <a:blipFill>
            <a:blip r:embed="rId2"/>
            <a:stretch>
              <a:fillRect l="0" t="0" r="0" b="0"/>
            </a:stretch>
          </a:blipFill>
        </p:spPr>
      </p:sp>
      <p:sp>
        <p:nvSpPr>
          <p:cNvPr name="Freeform 4" id="4"/>
          <p:cNvSpPr/>
          <p:nvPr/>
        </p:nvSpPr>
        <p:spPr>
          <a:xfrm flipH="false" flipV="false" rot="0">
            <a:off x="888518" y="1686540"/>
            <a:ext cx="16510964" cy="16510964"/>
          </a:xfrm>
          <a:custGeom>
            <a:avLst/>
            <a:gdLst/>
            <a:ahLst/>
            <a:cxnLst/>
            <a:rect r="r" b="b" t="t" l="l"/>
            <a:pathLst>
              <a:path h="16510964" w="16510964">
                <a:moveTo>
                  <a:pt x="0" y="0"/>
                </a:moveTo>
                <a:lnTo>
                  <a:pt x="16510964" y="0"/>
                </a:lnTo>
                <a:lnTo>
                  <a:pt x="16510964" y="16510965"/>
                </a:lnTo>
                <a:lnTo>
                  <a:pt x="0" y="16510965"/>
                </a:lnTo>
                <a:lnTo>
                  <a:pt x="0" y="0"/>
                </a:lnTo>
                <a:close/>
              </a:path>
            </a:pathLst>
          </a:custGeom>
          <a:blipFill>
            <a:blip r:embed="rId3">
              <a:extLst>
                <a:ext uri="{96DAC541-7B7A-43D3-8B79-37D633B846F1}">
                  <asvg:svgBlip xmlns:asvg="http://schemas.microsoft.com/office/drawing/2016/SVG/main" r:embed="rId4"/>
                </a:ext>
              </a:extLst>
            </a:blip>
            <a:stretch>
              <a:fillRect l="0" t="0" r="0" b="0"/>
            </a:stretch>
          </a:blipFill>
        </p:spPr>
      </p:sp>
      <p:sp>
        <p:nvSpPr>
          <p:cNvPr name="TextBox 5" id="5"/>
          <p:cNvSpPr txBox="true"/>
          <p:nvPr/>
        </p:nvSpPr>
        <p:spPr>
          <a:xfrm rot="0">
            <a:off x="673273" y="1258457"/>
            <a:ext cx="16941454" cy="3138728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ctr">
              <a:lnSpc>
                <a:spcPts val="12037"/>
              </a:lnSpc>
            </a:pPr>
            <a:r>
              <a:rPr lang="en-US" sz="8598">
                <a:solidFill>
                  <a:srgbClr val="FFFFFF"/>
                </a:solidFill>
                <a:latin typeface="Adlery Pro"/>
                <a:ea typeface="Adlery Pro"/>
                <a:cs typeface="Adlery Pro"/>
                <a:sym typeface="Adlery Pro"/>
              </a:rPr>
              <a:t>БЛАГОДАРИМ ЗА ВНИМАНИЕТО!</a:t>
            </a:r>
          </a:p>
        </p:txBody>
      </p:sp>
    </p:spTree>
  </p:cSld>
  <p:clrMapOvr>
    <a:masterClrMapping/>
  </p:clrMapOvr>
  <p:transition spd="fast">
    <p:push dir="l"/>
  </p:transition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Company/>
  <LinksUpToDate>false</LinksUpToDate>
  <SharedDoc>false</SharedDoc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xsi="http://www.w3.org/2001/XMLSchema-instance">
  <dcterms:created xsi:type="dcterms:W3CDTF">2006-08-16T00:00:00Z</dcterms:created>
  <dc:identifier>DAHB-oEyK8A</dc:identifier>
  <dcterms:modified xsi:type="dcterms:W3CDTF">2011-08-01T06:04:30Z</dcterms:modified>
  <cp:revision>1</cp:revision>
  <dc:title>StarHire</dc:title>
</cp:coreProperties>
</file>